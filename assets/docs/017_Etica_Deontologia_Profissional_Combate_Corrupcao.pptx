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7_B18B269F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3" r:id="rId2"/>
    <p:sldId id="473" r:id="rId3"/>
    <p:sldId id="476" r:id="rId4"/>
    <p:sldId id="477" r:id="rId5"/>
    <p:sldId id="479" r:id="rId6"/>
    <p:sldId id="481" r:id="rId7"/>
    <p:sldId id="482" r:id="rId8"/>
    <p:sldId id="483" r:id="rId9"/>
    <p:sldId id="484" r:id="rId10"/>
    <p:sldId id="485" r:id="rId11"/>
    <p:sldId id="486" r:id="rId12"/>
    <p:sldId id="487" r:id="rId13"/>
    <p:sldId id="488" r:id="rId14"/>
    <p:sldId id="452" r:id="rId1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BBD9A7-2531-7C26-1574-F8B4B8B3A994}" name="Cristovao Timbana" initials="CT" userId="Cristovao Timbana" providerId="None"/>
  <p188:author id="{A570C4BB-D9E5-3F63-4CC2-6E406DD207EC}" name="Utilizador Convidado" initials="UC" userId="S::urn:spo:anon#67a09e2ade9040477eb6f420b56763be6faa951fb7e0f6e7c9250fdaee5142f1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07"/>
    <a:srgbClr val="0CF443"/>
    <a:srgbClr val="FF5050"/>
    <a:srgbClr val="139119"/>
    <a:srgbClr val="FFFFFF"/>
    <a:srgbClr val="00A42B"/>
    <a:srgbClr val="111111"/>
    <a:srgbClr val="003E1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0D77D-9883-43C9-7155-88B8106FC17A}" v="1478" dt="2022-08-13T10:22:07.890"/>
    <p1510:client id="{3AD361B0-6226-20F4-6DEB-4336A56A9EF3}" v="207" dt="2022-08-13T11:32:22.243"/>
    <p1510:client id="{9749E1F4-C7A1-420C-9082-8B1E990F3A8D}" v="231" dt="2022-08-13T11:40:03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Destaqu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7886" autoAdjust="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67a09e2ade9040477eb6f420b56763be6faa951fb7e0f6e7c9250fdaee5142f1::" providerId="AD" clId="Web-{3AD361B0-6226-20F4-6DEB-4336A56A9EF3}"/>
    <pc:docChg chg="modSld">
      <pc:chgData name="Guest User" userId="S::urn:spo:anon#67a09e2ade9040477eb6f420b56763be6faa951fb7e0f6e7c9250fdaee5142f1::" providerId="AD" clId="Web-{3AD361B0-6226-20F4-6DEB-4336A56A9EF3}" dt="2022-08-13T11:32:22.243" v="119" actId="20577"/>
      <pc:docMkLst>
        <pc:docMk/>
      </pc:docMkLst>
      <pc:sldChg chg="modSp">
        <pc:chgData name="Guest User" userId="S::urn:spo:anon#67a09e2ade9040477eb6f420b56763be6faa951fb7e0f6e7c9250fdaee5142f1::" providerId="AD" clId="Web-{3AD361B0-6226-20F4-6DEB-4336A56A9EF3}" dt="2022-08-13T10:56:13.135" v="17" actId="20577"/>
        <pc:sldMkLst>
          <pc:docMk/>
          <pc:sldMk cId="1617965849" sldId="316"/>
        </pc:sldMkLst>
        <pc:spChg chg="mod">
          <ac:chgData name="Guest User" userId="S::urn:spo:anon#67a09e2ade9040477eb6f420b56763be6faa951fb7e0f6e7c9250fdaee5142f1::" providerId="AD" clId="Web-{3AD361B0-6226-20F4-6DEB-4336A56A9EF3}" dt="2022-08-13T10:56:13.135" v="17" actId="20577"/>
          <ac:spMkLst>
            <pc:docMk/>
            <pc:sldMk cId="1617965849" sldId="316"/>
            <ac:spMk id="74" creationId="{00000000-0000-0000-0000-000000000000}"/>
          </ac:spMkLst>
        </pc:spChg>
      </pc:sldChg>
      <pc:sldChg chg="modSp modCm">
        <pc:chgData name="Guest User" userId="S::urn:spo:anon#67a09e2ade9040477eb6f420b56763be6faa951fb7e0f6e7c9250fdaee5142f1::" providerId="AD" clId="Web-{3AD361B0-6226-20F4-6DEB-4336A56A9EF3}" dt="2022-08-13T10:58:10.581" v="23" actId="20577"/>
        <pc:sldMkLst>
          <pc:docMk/>
          <pc:sldMk cId="3563640781" sldId="341"/>
        </pc:sldMkLst>
        <pc:graphicFrameChg chg="modGraphic">
          <ac:chgData name="Guest User" userId="S::urn:spo:anon#67a09e2ade9040477eb6f420b56763be6faa951fb7e0f6e7c9250fdaee5142f1::" providerId="AD" clId="Web-{3AD361B0-6226-20F4-6DEB-4336A56A9EF3}" dt="2022-08-13T10:58:10.581" v="23" actId="20577"/>
          <ac:graphicFrameMkLst>
            <pc:docMk/>
            <pc:sldMk cId="3563640781" sldId="341"/>
            <ac:graphicFrameMk id="5" creationId="{00000000-0000-0000-0000-000000000000}"/>
          </ac:graphicFrameMkLst>
        </pc:graphicFrameChg>
      </pc:sldChg>
      <pc:sldChg chg="modSp">
        <pc:chgData name="Guest User" userId="S::urn:spo:anon#67a09e2ade9040477eb6f420b56763be6faa951fb7e0f6e7c9250fdaee5142f1::" providerId="AD" clId="Web-{3AD361B0-6226-20F4-6DEB-4336A56A9EF3}" dt="2022-08-13T11:32:22.243" v="119" actId="20577"/>
        <pc:sldMkLst>
          <pc:docMk/>
          <pc:sldMk cId="2687151253" sldId="372"/>
        </pc:sldMkLst>
        <pc:spChg chg="mod">
          <ac:chgData name="Guest User" userId="S::urn:spo:anon#67a09e2ade9040477eb6f420b56763be6faa951fb7e0f6e7c9250fdaee5142f1::" providerId="AD" clId="Web-{3AD361B0-6226-20F4-6DEB-4336A56A9EF3}" dt="2022-08-13T11:32:22.243" v="119" actId="20577"/>
          <ac:spMkLst>
            <pc:docMk/>
            <pc:sldMk cId="2687151253" sldId="372"/>
            <ac:spMk id="2" creationId="{00000000-0000-0000-0000-000000000000}"/>
          </ac:spMkLst>
        </pc:spChg>
      </pc:sldChg>
    </pc:docChg>
  </pc:docChgLst>
  <pc:docChgLst>
    <pc:chgData name="Utilizador Convidado" userId="S::urn:spo:anon#67a09e2ade9040477eb6f420b56763be6faa951fb7e0f6e7c9250fdaee5142f1::" providerId="AD" clId="Web-{16D0D77D-9883-43C9-7155-88B8106FC17A}"/>
    <pc:docChg chg="mod addSld modSld sldOrd">
      <pc:chgData name="Utilizador Convidado" userId="S::urn:spo:anon#67a09e2ade9040477eb6f420b56763be6faa951fb7e0f6e7c9250fdaee5142f1::" providerId="AD" clId="Web-{16D0D77D-9883-43C9-7155-88B8106FC17A}" dt="2022-08-13T10:22:07.890" v="775" actId="20577"/>
      <pc:docMkLst>
        <pc:docMk/>
      </pc:docMkLst>
      <pc:sldChg chg="modSp modCm">
        <pc:chgData name="Utilizador Convidado" userId="S::urn:spo:anon#67a09e2ade9040477eb6f420b56763be6faa951fb7e0f6e7c9250fdaee5142f1::" providerId="AD" clId="Web-{16D0D77D-9883-43C9-7155-88B8106FC17A}" dt="2022-08-13T09:41:58.971" v="187"/>
        <pc:sldMkLst>
          <pc:docMk/>
          <pc:sldMk cId="3563640781" sldId="341"/>
        </pc:sldMkLst>
        <pc:graphicFrameChg chg="modGraphic">
          <ac:chgData name="Utilizador Convidado" userId="S::urn:spo:anon#67a09e2ade9040477eb6f420b56763be6faa951fb7e0f6e7c9250fdaee5142f1::" providerId="AD" clId="Web-{16D0D77D-9883-43C9-7155-88B8106FC17A}" dt="2022-08-13T09:28:42.419" v="144" actId="20577"/>
          <ac:graphicFrameMkLst>
            <pc:docMk/>
            <pc:sldMk cId="3563640781" sldId="341"/>
            <ac:graphicFrameMk id="5" creationId="{00000000-0000-0000-0000-000000000000}"/>
          </ac:graphicFrameMkLst>
        </pc:graphicFrameChg>
      </pc:sldChg>
      <pc:sldChg chg="modSp addCm">
        <pc:chgData name="Utilizador Convidado" userId="S::urn:spo:anon#67a09e2ade9040477eb6f420b56763be6faa951fb7e0f6e7c9250fdaee5142f1::" providerId="AD" clId="Web-{16D0D77D-9883-43C9-7155-88B8106FC17A}" dt="2022-08-13T08:02:47.042" v="118" actId="20577"/>
        <pc:sldMkLst>
          <pc:docMk/>
          <pc:sldMk cId="2882339637" sldId="364"/>
        </pc:sldMkLst>
        <pc:spChg chg="mod">
          <ac:chgData name="Utilizador Convidado" userId="S::urn:spo:anon#67a09e2ade9040477eb6f420b56763be6faa951fb7e0f6e7c9250fdaee5142f1::" providerId="AD" clId="Web-{16D0D77D-9883-43C9-7155-88B8106FC17A}" dt="2022-08-13T08:01:13.973" v="98" actId="20577"/>
          <ac:spMkLst>
            <pc:docMk/>
            <pc:sldMk cId="2882339637" sldId="364"/>
            <ac:spMk id="4" creationId="{00000000-0000-0000-0000-000000000000}"/>
          </ac:spMkLst>
        </pc:spChg>
        <pc:spChg chg="mod">
          <ac:chgData name="Utilizador Convidado" userId="S::urn:spo:anon#67a09e2ade9040477eb6f420b56763be6faa951fb7e0f6e7c9250fdaee5142f1::" providerId="AD" clId="Web-{16D0D77D-9883-43C9-7155-88B8106FC17A}" dt="2022-08-13T08:02:47.042" v="118" actId="20577"/>
          <ac:spMkLst>
            <pc:docMk/>
            <pc:sldMk cId="2882339637" sldId="364"/>
            <ac:spMk id="5" creationId="{00000000-0000-0000-0000-000000000000}"/>
          </ac:spMkLst>
        </pc:spChg>
        <pc:grpChg chg="mod">
          <ac:chgData name="Utilizador Convidado" userId="S::urn:spo:anon#67a09e2ade9040477eb6f420b56763be6faa951fb7e0f6e7c9250fdaee5142f1::" providerId="AD" clId="Web-{16D0D77D-9883-43C9-7155-88B8106FC17A}" dt="2022-08-13T07:59:53.627" v="75" actId="14100"/>
          <ac:grpSpMkLst>
            <pc:docMk/>
            <pc:sldMk cId="2882339637" sldId="364"/>
            <ac:grpSpMk id="3" creationId="{00000000-0000-0000-0000-000000000000}"/>
          </ac:grpSpMkLst>
        </pc:grpChg>
        <pc:picChg chg="mod">
          <ac:chgData name="Utilizador Convidado" userId="S::urn:spo:anon#67a09e2ade9040477eb6f420b56763be6faa951fb7e0f6e7c9250fdaee5142f1::" providerId="AD" clId="Web-{16D0D77D-9883-43C9-7155-88B8106FC17A}" dt="2022-08-13T07:56:02.042" v="39" actId="1076"/>
          <ac:picMkLst>
            <pc:docMk/>
            <pc:sldMk cId="2882339637" sldId="364"/>
            <ac:picMk id="6" creationId="{00000000-0000-0000-0000-000000000000}"/>
          </ac:picMkLst>
        </pc:picChg>
      </pc:sldChg>
      <pc:sldChg chg="modSp">
        <pc:chgData name="Utilizador Convidado" userId="S::urn:spo:anon#67a09e2ade9040477eb6f420b56763be6faa951fb7e0f6e7c9250fdaee5142f1::" providerId="AD" clId="Web-{16D0D77D-9883-43C9-7155-88B8106FC17A}" dt="2022-08-13T10:02:54.224" v="474"/>
        <pc:sldMkLst>
          <pc:docMk/>
          <pc:sldMk cId="1497816899" sldId="371"/>
        </pc:sldMkLst>
        <pc:graphicFrameChg chg="mod modGraphic">
          <ac:chgData name="Utilizador Convidado" userId="S::urn:spo:anon#67a09e2ade9040477eb6f420b56763be6faa951fb7e0f6e7c9250fdaee5142f1::" providerId="AD" clId="Web-{16D0D77D-9883-43C9-7155-88B8106FC17A}" dt="2022-08-13T10:02:54.224" v="474"/>
          <ac:graphicFrameMkLst>
            <pc:docMk/>
            <pc:sldMk cId="1497816899" sldId="371"/>
            <ac:graphicFrameMk id="2" creationId="{00000000-0000-0000-0000-000000000000}"/>
          </ac:graphicFrameMkLst>
        </pc:graphicFrameChg>
      </pc:sldChg>
      <pc:sldChg chg="modSp">
        <pc:chgData name="Utilizador Convidado" userId="S::urn:spo:anon#67a09e2ade9040477eb6f420b56763be6faa951fb7e0f6e7c9250fdaee5142f1::" providerId="AD" clId="Web-{16D0D77D-9883-43C9-7155-88B8106FC17A}" dt="2022-08-13T07:53:11.987" v="27" actId="20577"/>
        <pc:sldMkLst>
          <pc:docMk/>
          <pc:sldMk cId="2687151253" sldId="372"/>
        </pc:sldMkLst>
        <pc:spChg chg="mod">
          <ac:chgData name="Utilizador Convidado" userId="S::urn:spo:anon#67a09e2ade9040477eb6f420b56763be6faa951fb7e0f6e7c9250fdaee5142f1::" providerId="AD" clId="Web-{16D0D77D-9883-43C9-7155-88B8106FC17A}" dt="2022-08-13T07:53:11.987" v="27" actId="20577"/>
          <ac:spMkLst>
            <pc:docMk/>
            <pc:sldMk cId="2687151253" sldId="372"/>
            <ac:spMk id="2" creationId="{00000000-0000-0000-0000-000000000000}"/>
          </ac:spMkLst>
        </pc:spChg>
      </pc:sldChg>
      <pc:sldChg chg="modSp">
        <pc:chgData name="Utilizador Convidado" userId="S::urn:spo:anon#67a09e2ade9040477eb6f420b56763be6faa951fb7e0f6e7c9250fdaee5142f1::" providerId="AD" clId="Web-{16D0D77D-9883-43C9-7155-88B8106FC17A}" dt="2022-08-13T07:57:03.357" v="71"/>
        <pc:sldMkLst>
          <pc:docMk/>
          <pc:sldMk cId="2060248446" sldId="373"/>
        </pc:sldMkLst>
        <pc:graphicFrameChg chg="mod modGraphic">
          <ac:chgData name="Utilizador Convidado" userId="S::urn:spo:anon#67a09e2ade9040477eb6f420b56763be6faa951fb7e0f6e7c9250fdaee5142f1::" providerId="AD" clId="Web-{16D0D77D-9883-43C9-7155-88B8106FC17A}" dt="2022-08-13T07:57:03.357" v="71"/>
          <ac:graphicFrameMkLst>
            <pc:docMk/>
            <pc:sldMk cId="2060248446" sldId="373"/>
            <ac:graphicFrameMk id="2" creationId="{00000000-0000-0000-0000-000000000000}"/>
          </ac:graphicFrameMkLst>
        </pc:graphicFrameChg>
      </pc:sldChg>
      <pc:sldChg chg="modSp addCm delCm">
        <pc:chgData name="Utilizador Convidado" userId="S::urn:spo:anon#67a09e2ade9040477eb6f420b56763be6faa951fb7e0f6e7c9250fdaee5142f1::" providerId="AD" clId="Web-{16D0D77D-9883-43C9-7155-88B8106FC17A}" dt="2022-08-13T09:37:07.703" v="186"/>
        <pc:sldMkLst>
          <pc:docMk/>
          <pc:sldMk cId="4283267547" sldId="377"/>
        </pc:sldMkLst>
        <pc:spChg chg="mod">
          <ac:chgData name="Utilizador Convidado" userId="S::urn:spo:anon#67a09e2ade9040477eb6f420b56763be6faa951fb7e0f6e7c9250fdaee5142f1::" providerId="AD" clId="Web-{16D0D77D-9883-43C9-7155-88B8106FC17A}" dt="2022-08-13T09:35:31.684" v="185" actId="20577"/>
          <ac:spMkLst>
            <pc:docMk/>
            <pc:sldMk cId="4283267547" sldId="377"/>
            <ac:spMk id="3" creationId="{00000000-0000-0000-0000-000000000000}"/>
          </ac:spMkLst>
        </pc:spChg>
      </pc:sldChg>
      <pc:sldChg chg="modSp">
        <pc:chgData name="Utilizador Convidado" userId="S::urn:spo:anon#67a09e2ade9040477eb6f420b56763be6faa951fb7e0f6e7c9250fdaee5142f1::" providerId="AD" clId="Web-{16D0D77D-9883-43C9-7155-88B8106FC17A}" dt="2022-08-13T07:51:36.328" v="19" actId="20577"/>
        <pc:sldMkLst>
          <pc:docMk/>
          <pc:sldMk cId="3768149453" sldId="380"/>
        </pc:sldMkLst>
        <pc:spChg chg="mod">
          <ac:chgData name="Utilizador Convidado" userId="S::urn:spo:anon#67a09e2ade9040477eb6f420b56763be6faa951fb7e0f6e7c9250fdaee5142f1::" providerId="AD" clId="Web-{16D0D77D-9883-43C9-7155-88B8106FC17A}" dt="2022-08-13T07:51:36.328" v="19" actId="20577"/>
          <ac:spMkLst>
            <pc:docMk/>
            <pc:sldMk cId="3768149453" sldId="380"/>
            <ac:spMk id="2" creationId="{00000000-0000-0000-0000-000000000000}"/>
          </ac:spMkLst>
        </pc:spChg>
      </pc:sldChg>
      <pc:sldChg chg="delSp modSp add ord">
        <pc:chgData name="Utilizador Convidado" userId="S::urn:spo:anon#67a09e2ade9040477eb6f420b56763be6faa951fb7e0f6e7c9250fdaee5142f1::" providerId="AD" clId="Web-{16D0D77D-9883-43C9-7155-88B8106FC17A}" dt="2022-08-13T10:22:07.890" v="775" actId="20577"/>
        <pc:sldMkLst>
          <pc:docMk/>
          <pc:sldMk cId="1531523598" sldId="381"/>
        </pc:sldMkLst>
        <pc:spChg chg="mod">
          <ac:chgData name="Utilizador Convidado" userId="S::urn:spo:anon#67a09e2ade9040477eb6f420b56763be6faa951fb7e0f6e7c9250fdaee5142f1::" providerId="AD" clId="Web-{16D0D77D-9883-43C9-7155-88B8106FC17A}" dt="2022-08-13T10:22:07.890" v="775" actId="20577"/>
          <ac:spMkLst>
            <pc:docMk/>
            <pc:sldMk cId="1531523598" sldId="381"/>
            <ac:spMk id="2" creationId="{00000000-0000-0000-0000-000000000000}"/>
          </ac:spMkLst>
        </pc:spChg>
        <pc:spChg chg="mod">
          <ac:chgData name="Utilizador Convidado" userId="S::urn:spo:anon#67a09e2ade9040477eb6f420b56763be6faa951fb7e0f6e7c9250fdaee5142f1::" providerId="AD" clId="Web-{16D0D77D-9883-43C9-7155-88B8106FC17A}" dt="2022-08-13T09:47:08.076" v="207" actId="20577"/>
          <ac:spMkLst>
            <pc:docMk/>
            <pc:sldMk cId="1531523598" sldId="381"/>
            <ac:spMk id="3" creationId="{A558F489-4370-43A8-B761-969DD9958AE5}"/>
          </ac:spMkLst>
        </pc:spChg>
        <pc:spChg chg="del">
          <ac:chgData name="Utilizador Convidado" userId="S::urn:spo:anon#67a09e2ade9040477eb6f420b56763be6faa951fb7e0f6e7c9250fdaee5142f1::" providerId="AD" clId="Web-{16D0D77D-9883-43C9-7155-88B8106FC17A}" dt="2022-08-13T09:47:09.185" v="208"/>
          <ac:spMkLst>
            <pc:docMk/>
            <pc:sldMk cId="1531523598" sldId="381"/>
            <ac:spMk id="4" creationId="{00000000-0000-0000-0000-000000000000}"/>
          </ac:spMkLst>
        </pc:spChg>
      </pc:sldChg>
    </pc:docChg>
  </pc:docChgLst>
  <pc:docChgLst>
    <pc:chgData name="Cristovao Timbana" userId="7ed9e01f-347d-41e7-8ac4-53e49369b88d" providerId="ADAL" clId="{9749E1F4-C7A1-420C-9082-8B1E990F3A8D}"/>
    <pc:docChg chg="undo redo custSel addSld delSld modSld">
      <pc:chgData name="Cristovao Timbana" userId="7ed9e01f-347d-41e7-8ac4-53e49369b88d" providerId="ADAL" clId="{9749E1F4-C7A1-420C-9082-8B1E990F3A8D}" dt="2022-08-13T11:40:03.168" v="336" actId="14100"/>
      <pc:docMkLst>
        <pc:docMk/>
      </pc:docMkLst>
      <pc:sldChg chg="modSp mod addCm modCm">
        <pc:chgData name="Cristovao Timbana" userId="7ed9e01f-347d-41e7-8ac4-53e49369b88d" providerId="ADAL" clId="{9749E1F4-C7A1-420C-9082-8B1E990F3A8D}" dt="2022-08-13T09:50:30.032" v="126"/>
        <pc:sldMkLst>
          <pc:docMk/>
          <pc:sldMk cId="2978686623" sldId="263"/>
        </pc:sldMkLst>
        <pc:spChg chg="mod">
          <ac:chgData name="Cristovao Timbana" userId="7ed9e01f-347d-41e7-8ac4-53e49369b88d" providerId="ADAL" clId="{9749E1F4-C7A1-420C-9082-8B1E990F3A8D}" dt="2022-08-13T09:49:39.702" v="125" actId="20577"/>
          <ac:spMkLst>
            <pc:docMk/>
            <pc:sldMk cId="2978686623" sldId="263"/>
            <ac:spMk id="6" creationId="{00000000-0000-0000-0000-000000000000}"/>
          </ac:spMkLst>
        </pc:spChg>
      </pc:sldChg>
      <pc:sldChg chg="modSp mod addCm">
        <pc:chgData name="Cristovao Timbana" userId="7ed9e01f-347d-41e7-8ac4-53e49369b88d" providerId="ADAL" clId="{9749E1F4-C7A1-420C-9082-8B1E990F3A8D}" dt="2022-08-13T11:06:38.696" v="171" actId="1076"/>
        <pc:sldMkLst>
          <pc:docMk/>
          <pc:sldMk cId="1617965849" sldId="316"/>
        </pc:sldMkLst>
        <pc:spChg chg="mod">
          <ac:chgData name="Cristovao Timbana" userId="7ed9e01f-347d-41e7-8ac4-53e49369b88d" providerId="ADAL" clId="{9749E1F4-C7A1-420C-9082-8B1E990F3A8D}" dt="2022-08-13T11:06:35.288" v="170" actId="1076"/>
          <ac:spMkLst>
            <pc:docMk/>
            <pc:sldMk cId="1617965849" sldId="316"/>
            <ac:spMk id="64" creationId="{A558F489-4370-43A8-B761-969DD9958AE5}"/>
          </ac:spMkLst>
        </pc:spChg>
        <pc:spChg chg="mod">
          <ac:chgData name="Cristovao Timbana" userId="7ed9e01f-347d-41e7-8ac4-53e49369b88d" providerId="ADAL" clId="{9749E1F4-C7A1-420C-9082-8B1E990F3A8D}" dt="2022-08-13T11:06:38.696" v="171" actId="1076"/>
          <ac:spMkLst>
            <pc:docMk/>
            <pc:sldMk cId="1617965849" sldId="316"/>
            <ac:spMk id="74" creationId="{00000000-0000-0000-0000-000000000000}"/>
          </ac:spMkLst>
        </pc:spChg>
        <pc:grpChg chg="mod">
          <ac:chgData name="Cristovao Timbana" userId="7ed9e01f-347d-41e7-8ac4-53e49369b88d" providerId="ADAL" clId="{9749E1F4-C7A1-420C-9082-8B1E990F3A8D}" dt="2022-08-13T11:05:56.355" v="167" actId="1038"/>
          <ac:grpSpMkLst>
            <pc:docMk/>
            <pc:sldMk cId="1617965849" sldId="316"/>
            <ac:grpSpMk id="2" creationId="{2C2B4F85-80A1-4571-86C2-2D5BB0018D0F}"/>
          </ac:grpSpMkLst>
        </pc:grpChg>
      </pc:sldChg>
      <pc:sldChg chg="modSp addCm delCm modCm">
        <pc:chgData name="Cristovao Timbana" userId="7ed9e01f-347d-41e7-8ac4-53e49369b88d" providerId="ADAL" clId="{9749E1F4-C7A1-420C-9082-8B1E990F3A8D}" dt="2022-08-13T11:12:44.938" v="210" actId="20577"/>
        <pc:sldMkLst>
          <pc:docMk/>
          <pc:sldMk cId="3563640781" sldId="341"/>
        </pc:sldMkLst>
        <pc:graphicFrameChg chg="mod">
          <ac:chgData name="Cristovao Timbana" userId="7ed9e01f-347d-41e7-8ac4-53e49369b88d" providerId="ADAL" clId="{9749E1F4-C7A1-420C-9082-8B1E990F3A8D}" dt="2022-08-13T11:12:44.938" v="210" actId="20577"/>
          <ac:graphicFrameMkLst>
            <pc:docMk/>
            <pc:sldMk cId="3563640781" sldId="341"/>
            <ac:graphicFrameMk id="5" creationId="{00000000-0000-0000-0000-000000000000}"/>
          </ac:graphicFrameMkLst>
        </pc:graphicFrameChg>
      </pc:sldChg>
      <pc:sldChg chg="modSp mod modCm">
        <pc:chgData name="Cristovao Timbana" userId="7ed9e01f-347d-41e7-8ac4-53e49369b88d" providerId="ADAL" clId="{9749E1F4-C7A1-420C-9082-8B1E990F3A8D}" dt="2022-08-13T11:17:30.105" v="222" actId="6549"/>
        <pc:sldMkLst>
          <pc:docMk/>
          <pc:sldMk cId="2882339637" sldId="364"/>
        </pc:sldMkLst>
        <pc:spChg chg="mod">
          <ac:chgData name="Cristovao Timbana" userId="7ed9e01f-347d-41e7-8ac4-53e49369b88d" providerId="ADAL" clId="{9749E1F4-C7A1-420C-9082-8B1E990F3A8D}" dt="2022-08-13T11:17:26.209" v="221" actId="6549"/>
          <ac:spMkLst>
            <pc:docMk/>
            <pc:sldMk cId="2882339637" sldId="364"/>
            <ac:spMk id="4" creationId="{00000000-0000-0000-0000-000000000000}"/>
          </ac:spMkLst>
        </pc:spChg>
        <pc:spChg chg="mod">
          <ac:chgData name="Cristovao Timbana" userId="7ed9e01f-347d-41e7-8ac4-53e49369b88d" providerId="ADAL" clId="{9749E1F4-C7A1-420C-9082-8B1E990F3A8D}" dt="2022-08-13T11:17:30.105" v="222" actId="6549"/>
          <ac:spMkLst>
            <pc:docMk/>
            <pc:sldMk cId="2882339637" sldId="364"/>
            <ac:spMk id="5" creationId="{00000000-0000-0000-0000-000000000000}"/>
          </ac:spMkLst>
        </pc:spChg>
        <pc:picChg chg="mod">
          <ac:chgData name="Cristovao Timbana" userId="7ed9e01f-347d-41e7-8ac4-53e49369b88d" providerId="ADAL" clId="{9749E1F4-C7A1-420C-9082-8B1E990F3A8D}" dt="2022-08-13T11:16:35.360" v="217" actId="14100"/>
          <ac:picMkLst>
            <pc:docMk/>
            <pc:sldMk cId="2882339637" sldId="364"/>
            <ac:picMk id="6" creationId="{00000000-0000-0000-0000-000000000000}"/>
          </ac:picMkLst>
        </pc:picChg>
      </pc:sldChg>
      <pc:sldChg chg="modSp mod">
        <pc:chgData name="Cristovao Timbana" userId="7ed9e01f-347d-41e7-8ac4-53e49369b88d" providerId="ADAL" clId="{9749E1F4-C7A1-420C-9082-8B1E990F3A8D}" dt="2022-08-13T11:15:46.653" v="211" actId="20577"/>
        <pc:sldMkLst>
          <pc:docMk/>
          <pc:sldMk cId="3424576077" sldId="365"/>
        </pc:sldMkLst>
        <pc:spChg chg="mod">
          <ac:chgData name="Cristovao Timbana" userId="7ed9e01f-347d-41e7-8ac4-53e49369b88d" providerId="ADAL" clId="{9749E1F4-C7A1-420C-9082-8B1E990F3A8D}" dt="2022-08-13T06:28:03.471" v="32" actId="113"/>
          <ac:spMkLst>
            <pc:docMk/>
            <pc:sldMk cId="3424576077" sldId="365"/>
            <ac:spMk id="2" creationId="{00000000-0000-0000-0000-000000000000}"/>
          </ac:spMkLst>
        </pc:spChg>
        <pc:spChg chg="mod">
          <ac:chgData name="Cristovao Timbana" userId="7ed9e01f-347d-41e7-8ac4-53e49369b88d" providerId="ADAL" clId="{9749E1F4-C7A1-420C-9082-8B1E990F3A8D}" dt="2022-08-13T11:15:46.653" v="211" actId="20577"/>
          <ac:spMkLst>
            <pc:docMk/>
            <pc:sldMk cId="3424576077" sldId="365"/>
            <ac:spMk id="3" creationId="{00000000-0000-0000-0000-000000000000}"/>
          </ac:spMkLst>
        </pc:spChg>
        <pc:spChg chg="mod">
          <ac:chgData name="Cristovao Timbana" userId="7ed9e01f-347d-41e7-8ac4-53e49369b88d" providerId="ADAL" clId="{9749E1F4-C7A1-420C-9082-8B1E990F3A8D}" dt="2022-08-13T06:28:08.624" v="33" actId="113"/>
          <ac:spMkLst>
            <pc:docMk/>
            <pc:sldMk cId="3424576077" sldId="365"/>
            <ac:spMk id="4" creationId="{00000000-0000-0000-0000-000000000000}"/>
          </ac:spMkLst>
        </pc:spChg>
        <pc:spChg chg="mod">
          <ac:chgData name="Cristovao Timbana" userId="7ed9e01f-347d-41e7-8ac4-53e49369b88d" providerId="ADAL" clId="{9749E1F4-C7A1-420C-9082-8B1E990F3A8D}" dt="2022-08-13T06:28:18.480" v="35" actId="113"/>
          <ac:spMkLst>
            <pc:docMk/>
            <pc:sldMk cId="3424576077" sldId="365"/>
            <ac:spMk id="5" creationId="{00000000-0000-0000-0000-000000000000}"/>
          </ac:spMkLst>
        </pc:spChg>
      </pc:sldChg>
      <pc:sldChg chg="modSp mod">
        <pc:chgData name="Cristovao Timbana" userId="7ed9e01f-347d-41e7-8ac4-53e49369b88d" providerId="ADAL" clId="{9749E1F4-C7A1-420C-9082-8B1E990F3A8D}" dt="2022-08-13T06:31:24.063" v="51" actId="20577"/>
        <pc:sldMkLst>
          <pc:docMk/>
          <pc:sldMk cId="2383491183" sldId="367"/>
        </pc:sldMkLst>
        <pc:spChg chg="mod">
          <ac:chgData name="Cristovao Timbana" userId="7ed9e01f-347d-41e7-8ac4-53e49369b88d" providerId="ADAL" clId="{9749E1F4-C7A1-420C-9082-8B1E990F3A8D}" dt="2022-08-13T06:31:24.063" v="51" actId="20577"/>
          <ac:spMkLst>
            <pc:docMk/>
            <pc:sldMk cId="2383491183" sldId="367"/>
            <ac:spMk id="3" creationId="{00000000-0000-0000-0000-000000000000}"/>
          </ac:spMkLst>
        </pc:spChg>
      </pc:sldChg>
      <pc:sldChg chg="addSp delSp modSp mod addCm">
        <pc:chgData name="Cristovao Timbana" userId="7ed9e01f-347d-41e7-8ac4-53e49369b88d" providerId="ADAL" clId="{9749E1F4-C7A1-420C-9082-8B1E990F3A8D}" dt="2022-08-13T06:34:29.281" v="80"/>
        <pc:sldMkLst>
          <pc:docMk/>
          <pc:sldMk cId="2508439763" sldId="368"/>
        </pc:sldMkLst>
        <pc:spChg chg="add del mod">
          <ac:chgData name="Cristovao Timbana" userId="7ed9e01f-347d-41e7-8ac4-53e49369b88d" providerId="ADAL" clId="{9749E1F4-C7A1-420C-9082-8B1E990F3A8D}" dt="2022-08-13T06:33:40.379" v="75" actId="478"/>
          <ac:spMkLst>
            <pc:docMk/>
            <pc:sldMk cId="2508439763" sldId="368"/>
            <ac:spMk id="3" creationId="{00000000-0000-0000-0000-000000000000}"/>
          </ac:spMkLst>
        </pc:spChg>
        <pc:spChg chg="add del mod">
          <ac:chgData name="Cristovao Timbana" userId="7ed9e01f-347d-41e7-8ac4-53e49369b88d" providerId="ADAL" clId="{9749E1F4-C7A1-420C-9082-8B1E990F3A8D}" dt="2022-08-13T06:32:42.218" v="62"/>
          <ac:spMkLst>
            <pc:docMk/>
            <pc:sldMk cId="2508439763" sldId="368"/>
            <ac:spMk id="4" creationId="{73920806-D9DA-74E5-DB66-C10E7EC128D4}"/>
          </ac:spMkLst>
        </pc:spChg>
        <pc:spChg chg="add mod">
          <ac:chgData name="Cristovao Timbana" userId="7ed9e01f-347d-41e7-8ac4-53e49369b88d" providerId="ADAL" clId="{9749E1F4-C7A1-420C-9082-8B1E990F3A8D}" dt="2022-08-13T06:33:51.003" v="78" actId="1076"/>
          <ac:spMkLst>
            <pc:docMk/>
            <pc:sldMk cId="2508439763" sldId="368"/>
            <ac:spMk id="5" creationId="{0A638BBB-DFFB-7D34-0155-50E91A689CD2}"/>
          </ac:spMkLst>
        </pc:spChg>
      </pc:sldChg>
      <pc:sldChg chg="modSp mod">
        <pc:chgData name="Cristovao Timbana" userId="7ed9e01f-347d-41e7-8ac4-53e49369b88d" providerId="ADAL" clId="{9749E1F4-C7A1-420C-9082-8B1E990F3A8D}" dt="2022-08-13T11:19:19.303" v="226" actId="14100"/>
        <pc:sldMkLst>
          <pc:docMk/>
          <pc:sldMk cId="545928014" sldId="370"/>
        </pc:sldMkLst>
        <pc:graphicFrameChg chg="mod modGraphic">
          <ac:chgData name="Cristovao Timbana" userId="7ed9e01f-347d-41e7-8ac4-53e49369b88d" providerId="ADAL" clId="{9749E1F4-C7A1-420C-9082-8B1E990F3A8D}" dt="2022-08-13T11:19:19.303" v="226" actId="14100"/>
          <ac:graphicFrameMkLst>
            <pc:docMk/>
            <pc:sldMk cId="545928014" sldId="370"/>
            <ac:graphicFrameMk id="2" creationId="{00000000-0000-0000-0000-000000000000}"/>
          </ac:graphicFrameMkLst>
        </pc:graphicFrameChg>
      </pc:sldChg>
      <pc:sldChg chg="modSp mod addCm delCm">
        <pc:chgData name="Cristovao Timbana" userId="7ed9e01f-347d-41e7-8ac4-53e49369b88d" providerId="ADAL" clId="{9749E1F4-C7A1-420C-9082-8B1E990F3A8D}" dt="2022-08-13T06:39:53.544" v="97"/>
        <pc:sldMkLst>
          <pc:docMk/>
          <pc:sldMk cId="1497816899" sldId="371"/>
        </pc:sldMkLst>
        <pc:graphicFrameChg chg="modGraphic">
          <ac:chgData name="Cristovao Timbana" userId="7ed9e01f-347d-41e7-8ac4-53e49369b88d" providerId="ADAL" clId="{9749E1F4-C7A1-420C-9082-8B1E990F3A8D}" dt="2022-08-13T06:38:05.327" v="94" actId="14734"/>
          <ac:graphicFrameMkLst>
            <pc:docMk/>
            <pc:sldMk cId="1497816899" sldId="371"/>
            <ac:graphicFrameMk id="2" creationId="{00000000-0000-0000-0000-000000000000}"/>
          </ac:graphicFrameMkLst>
        </pc:graphicFrameChg>
      </pc:sldChg>
      <pc:sldChg chg="modSp mod">
        <pc:chgData name="Cristovao Timbana" userId="7ed9e01f-347d-41e7-8ac4-53e49369b88d" providerId="ADAL" clId="{9749E1F4-C7A1-420C-9082-8B1E990F3A8D}" dt="2022-08-13T11:32:24.808" v="234" actId="14100"/>
        <pc:sldMkLst>
          <pc:docMk/>
          <pc:sldMk cId="2687151253" sldId="372"/>
        </pc:sldMkLst>
        <pc:spChg chg="mod">
          <ac:chgData name="Cristovao Timbana" userId="7ed9e01f-347d-41e7-8ac4-53e49369b88d" providerId="ADAL" clId="{9749E1F4-C7A1-420C-9082-8B1E990F3A8D}" dt="2022-08-13T11:32:24.808" v="234" actId="14100"/>
          <ac:spMkLst>
            <pc:docMk/>
            <pc:sldMk cId="2687151253" sldId="372"/>
            <ac:spMk id="2" creationId="{00000000-0000-0000-0000-000000000000}"/>
          </ac:spMkLst>
        </pc:spChg>
        <pc:spChg chg="mod">
          <ac:chgData name="Cristovao Timbana" userId="7ed9e01f-347d-41e7-8ac4-53e49369b88d" providerId="ADAL" clId="{9749E1F4-C7A1-420C-9082-8B1E990F3A8D}" dt="2022-08-13T05:44:38.776" v="23" actId="6549"/>
          <ac:spMkLst>
            <pc:docMk/>
            <pc:sldMk cId="2687151253" sldId="372"/>
            <ac:spMk id="3" creationId="{A558F489-4370-43A8-B761-969DD9958AE5}"/>
          </ac:spMkLst>
        </pc:spChg>
        <pc:spChg chg="mod">
          <ac:chgData name="Cristovao Timbana" userId="7ed9e01f-347d-41e7-8ac4-53e49369b88d" providerId="ADAL" clId="{9749E1F4-C7A1-420C-9082-8B1E990F3A8D}" dt="2022-08-13T05:43:14.512" v="2" actId="21"/>
          <ac:spMkLst>
            <pc:docMk/>
            <pc:sldMk cId="2687151253" sldId="372"/>
            <ac:spMk id="4" creationId="{00000000-0000-0000-0000-000000000000}"/>
          </ac:spMkLst>
        </pc:spChg>
      </pc:sldChg>
      <pc:sldChg chg="modSp mod">
        <pc:chgData name="Cristovao Timbana" userId="7ed9e01f-347d-41e7-8ac4-53e49369b88d" providerId="ADAL" clId="{9749E1F4-C7A1-420C-9082-8B1E990F3A8D}" dt="2022-08-13T11:32:48.133" v="235" actId="242"/>
        <pc:sldMkLst>
          <pc:docMk/>
          <pc:sldMk cId="2060248446" sldId="373"/>
        </pc:sldMkLst>
        <pc:graphicFrameChg chg="modGraphic">
          <ac:chgData name="Cristovao Timbana" userId="7ed9e01f-347d-41e7-8ac4-53e49369b88d" providerId="ADAL" clId="{9749E1F4-C7A1-420C-9082-8B1E990F3A8D}" dt="2022-08-13T11:32:48.133" v="235" actId="242"/>
          <ac:graphicFrameMkLst>
            <pc:docMk/>
            <pc:sldMk cId="2060248446" sldId="373"/>
            <ac:graphicFrameMk id="2" creationId="{00000000-0000-0000-0000-000000000000}"/>
          </ac:graphicFrameMkLst>
        </pc:graphicFrameChg>
      </pc:sldChg>
      <pc:sldChg chg="modSp mod">
        <pc:chgData name="Cristovao Timbana" userId="7ed9e01f-347d-41e7-8ac4-53e49369b88d" providerId="ADAL" clId="{9749E1F4-C7A1-420C-9082-8B1E990F3A8D}" dt="2022-08-13T11:33:33.023" v="239" actId="14734"/>
        <pc:sldMkLst>
          <pc:docMk/>
          <pc:sldMk cId="1725297147" sldId="374"/>
        </pc:sldMkLst>
        <pc:graphicFrameChg chg="mod modGraphic">
          <ac:chgData name="Cristovao Timbana" userId="7ed9e01f-347d-41e7-8ac4-53e49369b88d" providerId="ADAL" clId="{9749E1F4-C7A1-420C-9082-8B1E990F3A8D}" dt="2022-08-13T11:33:33.023" v="239" actId="14734"/>
          <ac:graphicFrameMkLst>
            <pc:docMk/>
            <pc:sldMk cId="1725297147" sldId="374"/>
            <ac:graphicFrameMk id="2" creationId="{00000000-0000-0000-0000-000000000000}"/>
          </ac:graphicFrameMkLst>
        </pc:graphicFrameChg>
      </pc:sldChg>
      <pc:sldChg chg="modSp mod">
        <pc:chgData name="Cristovao Timbana" userId="7ed9e01f-347d-41e7-8ac4-53e49369b88d" providerId="ADAL" clId="{9749E1F4-C7A1-420C-9082-8B1E990F3A8D}" dt="2022-08-13T11:34:10.888" v="246" actId="1076"/>
        <pc:sldMkLst>
          <pc:docMk/>
          <pc:sldMk cId="3273197395" sldId="375"/>
        </pc:sldMkLst>
        <pc:graphicFrameChg chg="mod modGraphic">
          <ac:chgData name="Cristovao Timbana" userId="7ed9e01f-347d-41e7-8ac4-53e49369b88d" providerId="ADAL" clId="{9749E1F4-C7A1-420C-9082-8B1E990F3A8D}" dt="2022-08-13T11:34:10.888" v="246" actId="1076"/>
          <ac:graphicFrameMkLst>
            <pc:docMk/>
            <pc:sldMk cId="3273197395" sldId="375"/>
            <ac:graphicFrameMk id="2" creationId="{00000000-0000-0000-0000-000000000000}"/>
          </ac:graphicFrameMkLst>
        </pc:graphicFrameChg>
      </pc:sldChg>
      <pc:sldChg chg="modSp mod">
        <pc:chgData name="Cristovao Timbana" userId="7ed9e01f-347d-41e7-8ac4-53e49369b88d" providerId="ADAL" clId="{9749E1F4-C7A1-420C-9082-8B1E990F3A8D}" dt="2022-08-13T11:07:49.072" v="175" actId="2710"/>
        <pc:sldMkLst>
          <pc:docMk/>
          <pc:sldMk cId="4283267547" sldId="377"/>
        </pc:sldMkLst>
        <pc:spChg chg="mod">
          <ac:chgData name="Cristovao Timbana" userId="7ed9e01f-347d-41e7-8ac4-53e49369b88d" providerId="ADAL" clId="{9749E1F4-C7A1-420C-9082-8B1E990F3A8D}" dt="2022-08-13T11:07:49.072" v="175" actId="2710"/>
          <ac:spMkLst>
            <pc:docMk/>
            <pc:sldMk cId="4283267547" sldId="377"/>
            <ac:spMk id="3" creationId="{00000000-0000-0000-0000-000000000000}"/>
          </ac:spMkLst>
        </pc:spChg>
      </pc:sldChg>
      <pc:sldChg chg="modSp mod">
        <pc:chgData name="Cristovao Timbana" userId="7ed9e01f-347d-41e7-8ac4-53e49369b88d" providerId="ADAL" clId="{9749E1F4-C7A1-420C-9082-8B1E990F3A8D}" dt="2022-08-13T11:40:03.168" v="336" actId="14100"/>
        <pc:sldMkLst>
          <pc:docMk/>
          <pc:sldMk cId="1531523598" sldId="381"/>
        </pc:sldMkLst>
        <pc:spChg chg="mod">
          <ac:chgData name="Cristovao Timbana" userId="7ed9e01f-347d-41e7-8ac4-53e49369b88d" providerId="ADAL" clId="{9749E1F4-C7A1-420C-9082-8B1E990F3A8D}" dt="2022-08-13T11:40:03.168" v="336" actId="14100"/>
          <ac:spMkLst>
            <pc:docMk/>
            <pc:sldMk cId="1531523598" sldId="381"/>
            <ac:spMk id="2" creationId="{00000000-0000-0000-0000-000000000000}"/>
          </ac:spMkLst>
        </pc:spChg>
      </pc:sldChg>
      <pc:sldChg chg="addSp delSp modSp add del mod">
        <pc:chgData name="Cristovao Timbana" userId="7ed9e01f-347d-41e7-8ac4-53e49369b88d" providerId="ADAL" clId="{9749E1F4-C7A1-420C-9082-8B1E990F3A8D}" dt="2022-08-13T06:33:56.563" v="79" actId="47"/>
        <pc:sldMkLst>
          <pc:docMk/>
          <pc:sldMk cId="3027676143" sldId="381"/>
        </pc:sldMkLst>
        <pc:spChg chg="del mod">
          <ac:chgData name="Cristovao Timbana" userId="7ed9e01f-347d-41e7-8ac4-53e49369b88d" providerId="ADAL" clId="{9749E1F4-C7A1-420C-9082-8B1E990F3A8D}" dt="2022-08-13T06:33:04.892" v="70" actId="478"/>
          <ac:spMkLst>
            <pc:docMk/>
            <pc:sldMk cId="3027676143" sldId="381"/>
            <ac:spMk id="2" creationId="{A558F489-4370-43A8-B761-969DD9958AE5}"/>
          </ac:spMkLst>
        </pc:spChg>
        <pc:spChg chg="del mod">
          <ac:chgData name="Cristovao Timbana" userId="7ed9e01f-347d-41e7-8ac4-53e49369b88d" providerId="ADAL" clId="{9749E1F4-C7A1-420C-9082-8B1E990F3A8D}" dt="2022-08-13T06:33:35.427" v="74" actId="21"/>
          <ac:spMkLst>
            <pc:docMk/>
            <pc:sldMk cId="3027676143" sldId="381"/>
            <ac:spMk id="3" creationId="{00000000-0000-0000-0000-000000000000}"/>
          </ac:spMkLst>
        </pc:spChg>
        <pc:spChg chg="add del mod">
          <ac:chgData name="Cristovao Timbana" userId="7ed9e01f-347d-41e7-8ac4-53e49369b88d" providerId="ADAL" clId="{9749E1F4-C7A1-420C-9082-8B1E990F3A8D}" dt="2022-08-13T06:33:33.203" v="73"/>
          <ac:spMkLst>
            <pc:docMk/>
            <pc:sldMk cId="3027676143" sldId="381"/>
            <ac:spMk id="4" creationId="{C067E9FE-BB69-3407-DA46-5FEDFDCE03E3}"/>
          </ac:spMkLst>
        </pc:spChg>
      </pc:sldChg>
      <pc:sldChg chg="modSp add del mod">
        <pc:chgData name="Cristovao Timbana" userId="7ed9e01f-347d-41e7-8ac4-53e49369b88d" providerId="ADAL" clId="{9749E1F4-C7A1-420C-9082-8B1E990F3A8D}" dt="2022-08-13T06:32:45.954" v="67"/>
        <pc:sldMkLst>
          <pc:docMk/>
          <pc:sldMk cId="3693991594" sldId="381"/>
        </pc:sldMkLst>
        <pc:spChg chg="mod">
          <ac:chgData name="Cristovao Timbana" userId="7ed9e01f-347d-41e7-8ac4-53e49369b88d" providerId="ADAL" clId="{9749E1F4-C7A1-420C-9082-8B1E990F3A8D}" dt="2022-08-13T06:32:44.812" v="66"/>
          <ac:spMkLst>
            <pc:docMk/>
            <pc:sldMk cId="3693991594" sldId="381"/>
            <ac:spMk id="3" creationId="{00000000-0000-0000-0000-000000000000}"/>
          </ac:spMkLst>
        </pc:spChg>
      </pc:sldChg>
    </pc:docChg>
  </pc:docChgLst>
</pc:chgInfo>
</file>

<file path=ppt/comments/modernComment_107_B18B26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177172-6128-4E44-8959-0958BC7073BB}" authorId="{DBBBD9A7-2531-7C26-1574-F8B4B8B3A994}" created="2022-08-13T06:25:33.8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78686623" sldId="263"/>
      <ac:spMk id="6" creationId="{00000000-0000-0000-0000-000000000000}"/>
      <ac:txMk cp="9" len="1">
        <ac:context len="30" hash="1510663866"/>
      </ac:txMk>
    </ac:txMkLst>
    <p188:pos x="4584632" y="299857"/>
    <p188:txBody>
      <a:bodyPr/>
      <a:lstStyle/>
      <a:p>
        <a:r>
          <a:rPr lang="pt-PT"/>
          <a:t>Alterado o dia 25 para dia 15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pPr/>
              <a:t>21/07/2026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6343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pPr/>
              <a:t>21/07/2026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935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238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ítulo 1"/>
          <p:cNvSpPr txBox="1">
            <a:spLocks/>
          </p:cNvSpPr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pt-BR" sz="1080" b="1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6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4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678998" y="0"/>
            <a:ext cx="25130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  <p:sldLayoutId id="2147483669" r:id="rId4"/>
    <p:sldLayoutId id="2147483651" r:id="rId5"/>
    <p:sldLayoutId id="2147483665" r:id="rId6"/>
    <p:sldLayoutId id="2147483653" r:id="rId7"/>
    <p:sldLayoutId id="2147483654" r:id="rId8"/>
    <p:sldLayoutId id="2147483655" r:id="rId9"/>
    <p:sldLayoutId id="2147483666" r:id="rId10"/>
    <p:sldLayoutId id="2147483657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59" r:id="rId18"/>
    <p:sldLayoutId id="2147483670" r:id="rId19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microsoft.com/office/2018/10/relationships/comments" Target="../comments/modernComment_107_B18B269F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026" y="244111"/>
            <a:ext cx="1118680" cy="104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2" descr="https://euc-powerpoint.officeapps.live.com/pods/GetClipboardImage.ashx?Id=8899b1f9-eba4-4b8b-9377-01851ff934db&amp;DC=GEU6&amp;pkey=93292f56-129e-4ed6-9a7a-f71dbaf5a261&amp;wdwaccluster=GEU6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313119" y="1291471"/>
            <a:ext cx="7083800" cy="1254435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endParaRPr lang="pt-BR" sz="1600" dirty="0" smtClean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pt-BR" sz="16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REPÚBLICA DE MOÇAMBIQUE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CIDADE DE MAPUTO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pt-PT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</a:t>
            </a:r>
            <a:r>
              <a:rPr lang="pt-PT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DE SA</a:t>
            </a:r>
            <a:r>
              <a:rPr lang="pt-BR" sz="1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Ú</a:t>
            </a:r>
            <a:r>
              <a:rPr lang="en-US" sz="16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DA CIDADE </a:t>
            </a:r>
            <a:endParaRPr lang="pt-PT" sz="16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4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3"/>
          <p:cNvSpPr txBox="1">
            <a:spLocks/>
          </p:cNvSpPr>
          <p:nvPr/>
        </p:nvSpPr>
        <p:spPr>
          <a:xfrm>
            <a:off x="751840" y="3088640"/>
            <a:ext cx="10099040" cy="17271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Ética e Deontologia Profissional na Saúde,</a:t>
            </a:r>
          </a:p>
          <a:p>
            <a:r>
              <a:rPr lang="pt-BR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Ênfase no Combate á Corrupção</a:t>
            </a:r>
            <a:endParaRPr lang="pt-PT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pt-PT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pt-PT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2945703" y="5792450"/>
            <a:ext cx="5818632" cy="5032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alt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Maputo, </a:t>
            </a:r>
            <a:r>
              <a:rPr lang="en-US" altLang="en-US" dirty="0" err="1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Julho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 de 2026</a:t>
            </a:r>
            <a:endParaRPr lang="pt-BR" altLang="en-US" dirty="0" smtClean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ctr"/>
            <a:endParaRPr lang="pt-BR" altLang="en-US" dirty="0">
              <a:solidFill>
                <a:srgbClr val="7F7F7F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8686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5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33" y="134912"/>
            <a:ext cx="9019169" cy="869430"/>
          </a:xfrm>
        </p:spPr>
        <p:txBody>
          <a:bodyPr/>
          <a:lstStyle/>
          <a:p>
            <a:r>
              <a:rPr lang="pt-PT" b="1" dirty="0"/>
              <a:t>Contextualização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3" y="884420"/>
            <a:ext cx="11152682" cy="52318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Ética e a Deontologia profissional são pilares essenciais para a prestação de serviços de saúde de qualidade, transparente e centrado no utente. No contexto hospitalar, o combate a corrupção </a:t>
            </a:r>
            <a:r>
              <a:rPr lang="pt-PT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 responsabilidade de todos, visando garantir a integridade, boa gestão de recursos e a confiança da sociedade pela instituição.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PT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Pretende se desta forma reforçar a importância do cumprimento dos princípios éticos e deontológicos, sensibilizando aos profissionais de saúde para a prevenção e o combate à corrupção, promovendo uma cultura institucional de transparência, responsabilidade, integridade e prestação de serviços.</a:t>
            </a:r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 err="1" smtClean="0">
                <a:latin typeface="+mn-lt"/>
              </a:rPr>
              <a:t>Objectivos</a:t>
            </a:r>
            <a:endParaRPr lang="pt-PT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843" y="1379095"/>
            <a:ext cx="11467475" cy="46622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a diferença entre gerir e liderar</a:t>
            </a:r>
          </a:p>
          <a:p>
            <a:pPr>
              <a:lnSpc>
                <a:spcPct val="150000"/>
              </a:lnSpc>
            </a:pP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 as competências essenciais do gestor</a:t>
            </a:r>
          </a:p>
          <a:p>
            <a:pPr>
              <a:lnSpc>
                <a:spcPct val="150000"/>
              </a:lnSpc>
            </a:pP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Reconhecer o </a:t>
            </a: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impacto da liderança na motivação da </a:t>
            </a: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equipa</a:t>
            </a:r>
          </a:p>
          <a:p>
            <a:pPr>
              <a:lnSpc>
                <a:spcPct val="150000"/>
              </a:lnSpc>
            </a:pPr>
            <a:r>
              <a:rPr lang="pt-P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estratégias de liderança para melhorar os resultados dos serviços</a:t>
            </a:r>
            <a:endParaRPr lang="pt-P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0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</a:t>
            </a:r>
            <a:endParaRPr lang="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Objectivos</a:t>
            </a:r>
          </a:p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Contextualiza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çã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</a:t>
            </a:r>
          </a:p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Importância do combate a corrup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çã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ticas de integridade profissional</a:t>
            </a:r>
          </a:p>
          <a:p>
            <a:pPr marL="742950" indent="-742950" algn="just">
              <a:buAutoNum type="arabicPeriod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ã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17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675" y="609600"/>
            <a:ext cx="8779327" cy="739515"/>
          </a:xfrm>
        </p:spPr>
        <p:txBody>
          <a:bodyPr/>
          <a:lstStyle/>
          <a:p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 Fundamentais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61" y="1186878"/>
            <a:ext cx="10553075" cy="56711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Ética: 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Reflexão sobre os valores que guiam o comportamento humano (o que é "bem" e "mal").  Ou seja, co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junto de valores e pri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cipios que orientam o comportamento, promovendo respeito, responsabilidade e honestidade</a:t>
            </a:r>
            <a:r>
              <a:rPr lang="pt-BR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Deontologia: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deveres e regras específicas de uma profissão (o código de conduta). Ou ainda co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junto de normas e deveres que regulam uma profiss</a:t>
            </a:r>
            <a:r>
              <a:rPr lang="pt-BR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ã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definindo o que </a:t>
            </a:r>
            <a:r>
              <a:rPr lang="pt-BR" sz="2800" dirty="0">
                <a:solidFill>
                  <a:schemeClr val="tx1"/>
                </a:solidFill>
                <a:latin typeface="Times New Roman"/>
                <a:cs typeface="Times New Roman"/>
              </a:rPr>
              <a:t>é permitido  ou proibido no exercício de uma dada profiss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lang="pt-BR" sz="2800" dirty="0">
                <a:solidFill>
                  <a:schemeClr val="tx1"/>
                </a:solidFill>
                <a:latin typeface="Times New Roman"/>
                <a:cs typeface="Times New Roman"/>
              </a:rPr>
              <a:t>o</a:t>
            </a:r>
            <a:r>
              <a:rPr lang="" sz="28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0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784" y="609600"/>
            <a:ext cx="8944218" cy="769495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Morais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3" y="1214203"/>
            <a:ext cx="10927829" cy="4827159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Honestidade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tem haver com respeito pelos bens alheios e pela confiança depositada no profissional;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Respeito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quer dizer, entre outras coisas, ato ou efeito de respeitar (-se), sentimento que leva alguém a tratar outrem ou alguma coisa com grande atenção;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Empatia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capacidade psicológica e emocional de se colocar no lugar de outra pessoa, compreendendo seus sentimentos, perspectivas e emoções como se estivesse na mesma situação;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Justiça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busca o equilíbrio, a igualdade de direitos e a aplicação correta das leis para garantir o que é justo nas relações sociais.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6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11" y="134163"/>
            <a:ext cx="9139091" cy="45719"/>
          </a:xfrm>
        </p:spPr>
        <p:txBody>
          <a:bodyPr>
            <a:normAutofit fontScale="90000"/>
          </a:bodyPr>
          <a:lstStyle/>
          <a:p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813" y="914401"/>
            <a:ext cx="11017771" cy="51269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Lealdade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é a qualidade de ser fiel, confiável e honesto, agindo com integridade em compromissos com pessoas, causas ou princípios;</a:t>
            </a:r>
          </a:p>
          <a:p>
            <a:pPr marL="0" indent="0" algn="just">
              <a:buNone/>
            </a:pPr>
            <a:r>
              <a:rPr lang="pt-B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Responsabilidade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é o dever de responder por ações, obrigações ou comportamentos próprios ou de terceiros;</a:t>
            </a:r>
          </a:p>
          <a:p>
            <a:pPr marL="0" indent="0" algn="just">
              <a:buNone/>
            </a:pPr>
            <a:r>
              <a:rPr lang="pt-B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Solidariedade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é a atitude de união, empatia e apoio mútuo entre pessoas, manifestando-se no auxílio a quem precisa ou na defesa de uma causa comum;</a:t>
            </a:r>
          </a:p>
          <a:p>
            <a:pPr marL="0" indent="0" algn="just">
              <a:buNone/>
            </a:pPr>
            <a:r>
              <a:rPr lang="pt-B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Liberdade 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é a condição de autonomia e independência onde o indivíduo tem o direito e a capacidade de fazer escolhas, agir segundo a própria vontade e expressar-se sem coações externas;</a:t>
            </a:r>
          </a:p>
          <a:p>
            <a:pPr marL="0" indent="0" algn="just">
              <a:buNone/>
            </a:pPr>
            <a:r>
              <a:rPr lang="pt-B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Humildade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Implica admissão de que não é dono da verdade e tratar todos como seus iguais. Ela não significa porém sobrevivência;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5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Corrupção no Sector Público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5" y="1334125"/>
            <a:ext cx="10747947" cy="4707238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corrupção é todo acto que tem em vista a satisfação de interesses particulares em determento dos interesses do Estado e da sociedade, privando cidadãos dos seus direitos” (Lei nº6/2004, de 17 de Junho).</a:t>
            </a:r>
            <a:endParaRPr lang="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do cargo ou fun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çã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para beneficio pr</a:t>
            </a:r>
            <a:r>
              <a:rPr lang="pt-P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ó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prio, podendo incluir suborno ou cobran</a:t>
            </a:r>
            <a:r>
              <a:rPr lang="pt-PT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il</a:t>
            </a:r>
            <a:r>
              <a:rPr lang="pt-P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citas, abuso de poder.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acto é pun</a:t>
            </a:r>
            <a:r>
              <a:rPr lang="pt-P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 pela alinea c), do artigo 118, da Lei 4/2022, de 22 de Fevereiro e pela Lei 12/2024, de 18 de Junho.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531" y="0"/>
            <a:ext cx="8596668" cy="1320800"/>
          </a:xfrm>
        </p:spPr>
        <p:txBody>
          <a:bodyPr/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Problema das Cobranças Ilícitas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531" y="1320801"/>
            <a:ext cx="11149905" cy="472056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Exigir ou aceitar dinheiro, bens ou favores em troca de serviços que deveriam ser gratuitos ou já estão tabelados pelo Estado. </a:t>
            </a:r>
          </a:p>
          <a:p>
            <a:pPr algn="just">
              <a:lnSpc>
                <a:spcPct val="150000"/>
              </a:lnSpc>
            </a:pP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saúde não é uma mercadoria e o doente não é um cliente de oportunidade.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ético expressa uma qualidade. O ético é o que revela bom carácter, boa conduta, ao contrário que, o anti</a:t>
            </a:r>
            <a:r>
              <a:rPr lang="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ético é o oposto, ou seja, o que manifesta conduta duvidosa, uma conduta que deixa muito a desejar.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Importância do combate a corrupção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3" y="1499017"/>
            <a:ext cx="11257613" cy="454234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Proteger os recursos públicos</a:t>
            </a:r>
            <a:r>
              <a:rPr lang="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Garantir a igualdade no acesso aos servi</a:t>
            </a:r>
            <a:r>
              <a:rPr lang="pt-BR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e</a:t>
            </a: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Fortalecer a confia</a:t>
            </a:r>
            <a:r>
              <a:rPr lang="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 sociedade nas institui</a:t>
            </a:r>
            <a:r>
              <a:rPr lang="pt-BR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õ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lang="pt-PT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0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Práticas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Integridade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Profissional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1349115"/>
            <a:ext cx="11032760" cy="469224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Cumprir as normas éticas e legais á 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pt-PT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uz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Estatuto Geral dos Funcion</a:t>
            </a:r>
            <a:r>
              <a:rPr lang="pt-PT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rios e Agentes do Estado, designadamente por 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EGFAE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bem como demais legislação aplicável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pt-PT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Recusar subornos ou favores indevidos nos termos da alínea a), número 2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artigo 62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EGFAE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pt-PT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Denu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ciar pr</a:t>
            </a:r>
            <a:r>
              <a:rPr lang="pt-PT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ticas cor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PT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uptas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e</a:t>
            </a:r>
            <a:endParaRPr lang="pt-PT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Promover transparência e responsabilidade no uso das suas funções</a:t>
            </a:r>
            <a:r>
              <a:rPr lang="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pt-PT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2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666" y="104932"/>
            <a:ext cx="8764336" cy="554636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72" y="659568"/>
            <a:ext cx="11137691" cy="619843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A ética e a deontologia são </a:t>
            </a:r>
            <a:r>
              <a:rPr lang="pt-PT" sz="2400" dirty="0" smtClean="0">
                <a:latin typeface="Times New Roman" pitchFamily="18" charset="0"/>
                <a:cs typeface="Times New Roman" pitchFamily="18" charset="0"/>
              </a:rPr>
              <a:t>fundamental 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no exercício</a:t>
            </a:r>
            <a:r>
              <a:rPr lang="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" sz="2400" dirty="0" smtClean="0">
                <a:latin typeface="Times New Roman" pitchFamily="18" charset="0"/>
                <a:cs typeface="Times New Roman" pitchFamily="18" charset="0"/>
              </a:rPr>
              <a:t> de qualquer </a:t>
            </a:r>
            <a:r>
              <a:rPr lang="pt-PT" sz="2400" dirty="0" smtClean="0">
                <a:latin typeface="Times New Roman" pitchFamily="18" charset="0"/>
                <a:cs typeface="Times New Roman" pitchFamily="18" charset="0"/>
              </a:rPr>
              <a:t>profissão 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pt-PT" sz="24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combate </a:t>
            </a:r>
            <a:r>
              <a:rPr lang="pt-PT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</a:t>
            </a:r>
            <a:r>
              <a:rPr lang="pt-PT" sz="2400" dirty="0" smtClean="0">
                <a:latin typeface="Times New Roman" pitchFamily="18" charset="0"/>
                <a:cs typeface="Times New Roman" pitchFamily="18" charset="0"/>
              </a:rPr>
              <a:t> corrupção,   dependendo 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da a</a:t>
            </a:r>
            <a:r>
              <a:rPr lang="" sz="2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PT" sz="2400" dirty="0" err="1">
                <a:latin typeface="Times New Roman" pitchFamily="18" charset="0"/>
                <a:cs typeface="Times New Roman" pitchFamily="18" charset="0"/>
              </a:rPr>
              <a:t>itude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 responsável de cada profissional</a:t>
            </a:r>
            <a:r>
              <a:rPr lang="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 pois a integridade fortalece o Serviço Público e </a:t>
            </a:r>
            <a:r>
              <a:rPr lang="pt-PT" sz="2400" dirty="0" err="1">
                <a:latin typeface="Times New Roman" pitchFamily="18" charset="0"/>
                <a:cs typeface="Times New Roman" pitchFamily="18" charset="0"/>
              </a:rPr>
              <a:t>prot</a:t>
            </a:r>
            <a:r>
              <a:rPr lang="" sz="24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pt-PT" sz="2400" dirty="0" err="1">
                <a:latin typeface="Times New Roman" pitchFamily="18" charset="0"/>
                <a:cs typeface="Times New Roman" pitchFamily="18" charset="0"/>
              </a:rPr>
              <a:t>ge</a:t>
            </a:r>
            <a:r>
              <a:rPr lang="pt-PT" sz="2400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pt-PT" sz="2400" dirty="0" smtClean="0">
                <a:latin typeface="Times New Roman" pitchFamily="18" charset="0"/>
                <a:cs typeface="Times New Roman" pitchFamily="18" charset="0"/>
              </a:rPr>
              <a:t>cidadã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PT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Considerando a</a:t>
            </a:r>
            <a:r>
              <a:rPr lang="pt-B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busca </a:t>
            </a:r>
            <a:r>
              <a:rPr lang="pt-B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diaria em 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cuidados de saúde, torna</a:t>
            </a:r>
            <a:r>
              <a:rPr lang="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 essencial que todos pautem por uma conduta de pri</a:t>
            </a:r>
            <a:r>
              <a:rPr lang="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cipios éticos e deontologicos que garantam um atendimento digno, justo e transparente.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entanto, desafios como as pr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ticas de corrup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çã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o, favorecimento indevido, cobran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ilícitas e abuso de </a:t>
            </a:r>
            <a:r>
              <a:rPr lang="pt-B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poder, comprometem 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confian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dos utentes  e afectar a imagem do hospital.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Assim</a:t>
            </a:r>
            <a:r>
              <a:rPr lang="pt-BR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urge a necessidade de promover icensantimente 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uma actua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çã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 baseada na ética, deontologia e no compromisso com o servi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ç</a:t>
            </a:r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 de saúde justo de qualidade para todos</a:t>
            </a:r>
            <a:r>
              <a:rPr lang="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pt-BR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PT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27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sz="4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"O que vale mais: o nosso caráter ou um ganho momentâneo?“</a:t>
            </a:r>
            <a:endParaRPr lang="" sz="4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pt-BR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Immanuel Kant</a:t>
            </a:r>
            <a:endParaRPr lang="pt-BR" sz="12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8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"/>
          <p:cNvSpPr txBox="1">
            <a:spLocks/>
          </p:cNvSpPr>
          <p:nvPr/>
        </p:nvSpPr>
        <p:spPr>
          <a:xfrm>
            <a:off x="1700783" y="2137974"/>
            <a:ext cx="8548685" cy="31300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Muito </a:t>
            </a:r>
            <a:r>
              <a:rPr kumimoji="0" lang="pt-PT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Obrigado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Khanimambo</a:t>
            </a:r>
            <a:endParaRPr kumimoji="0" lang="pt-PT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9941">
            <a:extLst>
              <a:ext uri="{FF2B5EF4-FFF2-40B4-BE49-F238E27FC236}">
                <a16:creationId xmlns="" xmlns:a16="http://schemas.microsoft.com/office/drawing/2014/main" id="{11973A55-3B0F-6A8E-931C-57C773F4C5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74352" y="193956"/>
            <a:ext cx="1224906" cy="719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10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24491</TotalTime>
  <Words>999</Words>
  <Application>Microsoft Office PowerPoint</Application>
  <PresentationFormat>Widescreen</PresentationFormat>
  <Paragraphs>77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Cambria</vt:lpstr>
      <vt:lpstr>Times New Roman</vt:lpstr>
      <vt:lpstr>Wingdings 3</vt:lpstr>
      <vt:lpstr>Facet</vt:lpstr>
      <vt:lpstr>PowerPoint Presentation</vt:lpstr>
      <vt:lpstr>Contextualização</vt:lpstr>
      <vt:lpstr>Objectivos</vt:lpstr>
      <vt:lpstr>Conteúdo da apresentação</vt:lpstr>
      <vt:lpstr>Conceitos Fundamentais</vt:lpstr>
      <vt:lpstr>Valores Morais</vt:lpstr>
      <vt:lpstr>PowerPoint Presentation</vt:lpstr>
      <vt:lpstr>Corrupção no Sector Público</vt:lpstr>
      <vt:lpstr>O Problema das Cobranças Ilícitas</vt:lpstr>
      <vt:lpstr>Importância do combate a corrupção</vt:lpstr>
      <vt:lpstr>Práticas de Integridade Profissional</vt:lpstr>
      <vt:lpstr>Conclusão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Rosimina</cp:lastModifiedBy>
  <cp:revision>1307</cp:revision>
  <cp:lastPrinted>2024-05-09T09:34:37Z</cp:lastPrinted>
  <dcterms:created xsi:type="dcterms:W3CDTF">2022-05-17T21:12:02Z</dcterms:created>
  <dcterms:modified xsi:type="dcterms:W3CDTF">2026-07-21T15:28:17Z</dcterms:modified>
</cp:coreProperties>
</file>