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2" r:id="rId3"/>
  </p:sldMasterIdLst>
  <p:notesMasterIdLst>
    <p:notesMasterId r:id="rId30"/>
  </p:notesMasterIdLst>
  <p:handoutMasterIdLst>
    <p:handoutMasterId r:id="rId31"/>
  </p:handoutMasterIdLst>
  <p:sldIdLst>
    <p:sldId id="492" r:id="rId4"/>
    <p:sldId id="493" r:id="rId5"/>
    <p:sldId id="731" r:id="rId6"/>
    <p:sldId id="732" r:id="rId7"/>
    <p:sldId id="661" r:id="rId8"/>
    <p:sldId id="711" r:id="rId9"/>
    <p:sldId id="733" r:id="rId10"/>
    <p:sldId id="712" r:id="rId11"/>
    <p:sldId id="735" r:id="rId12"/>
    <p:sldId id="736" r:id="rId13"/>
    <p:sldId id="727" r:id="rId14"/>
    <p:sldId id="729" r:id="rId15"/>
    <p:sldId id="721" r:id="rId16"/>
    <p:sldId id="716" r:id="rId17"/>
    <p:sldId id="717" r:id="rId18"/>
    <p:sldId id="718" r:id="rId19"/>
    <p:sldId id="741" r:id="rId20"/>
    <p:sldId id="737" r:id="rId21"/>
    <p:sldId id="738" r:id="rId22"/>
    <p:sldId id="739" r:id="rId23"/>
    <p:sldId id="743" r:id="rId24"/>
    <p:sldId id="730" r:id="rId25"/>
    <p:sldId id="742" r:id="rId26"/>
    <p:sldId id="740" r:id="rId27"/>
    <p:sldId id="720" r:id="rId28"/>
    <p:sldId id="68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03B"/>
    <a:srgbClr val="111111"/>
    <a:srgbClr val="FFFFFF"/>
    <a:srgbClr val="FF6600"/>
    <a:srgbClr val="FFFF99"/>
    <a:srgbClr val="003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681" autoAdjust="0"/>
  </p:normalViewPr>
  <p:slideViewPr>
    <p:cSldViewPr snapToGrid="0" showGuides="1">
      <p:cViewPr varScale="1">
        <p:scale>
          <a:sx n="66" d="100"/>
          <a:sy n="66" d="100"/>
        </p:scale>
        <p:origin x="88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1" d="100"/>
          <a:sy n="71" d="100"/>
        </p:scale>
        <p:origin x="217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Lenovo\Documents\Magalo\Book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Evolução dos RH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Sheet1!$C$377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Sheet1!$B$378:$B$383</c:f>
              <c:strCache>
                <c:ptCount val="6"/>
                <c:pt idx="0">
                  <c:v> pediatras</c:v>
                </c:pt>
                <c:pt idx="1">
                  <c:v>Médicas de clinica geral</c:v>
                </c:pt>
                <c:pt idx="2">
                  <c:v>Enfermeiros</c:v>
                </c:pt>
                <c:pt idx="3">
                  <c:v>Agentes de serviço</c:v>
                </c:pt>
                <c:pt idx="4">
                  <c:v>Copeiras</c:v>
                </c:pt>
                <c:pt idx="5">
                  <c:v>Administractivas</c:v>
                </c:pt>
              </c:strCache>
            </c:strRef>
          </c:cat>
          <c:val>
            <c:numRef>
              <c:f>Sheet1!$C$378:$C$383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22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EE-4C32-9658-11956B91F36E}"/>
            </c:ext>
          </c:extLst>
        </c:ser>
        <c:ser>
          <c:idx val="1"/>
          <c:order val="1"/>
          <c:tx>
            <c:strRef>
              <c:f>Sheet1!$D$377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Sheet1!$B$378:$B$383</c:f>
              <c:strCache>
                <c:ptCount val="6"/>
                <c:pt idx="0">
                  <c:v> pediatras</c:v>
                </c:pt>
                <c:pt idx="1">
                  <c:v>Médicas de clinica geral</c:v>
                </c:pt>
                <c:pt idx="2">
                  <c:v>Enfermeiros</c:v>
                </c:pt>
                <c:pt idx="3">
                  <c:v>Agentes de serviço</c:v>
                </c:pt>
                <c:pt idx="4">
                  <c:v>Copeiras</c:v>
                </c:pt>
                <c:pt idx="5">
                  <c:v>Administractivas</c:v>
                </c:pt>
              </c:strCache>
            </c:strRef>
          </c:cat>
          <c:val>
            <c:numRef>
              <c:f>Sheet1!$D$378:$D$383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21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EE-4C32-9658-11956B91F36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018161871"/>
        <c:axId val="1018153711"/>
      </c:barChart>
      <c:catAx>
        <c:axId val="1018161871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018153711"/>
        <c:crosses val="autoZero"/>
        <c:auto val="1"/>
        <c:lblAlgn val="ctr"/>
        <c:lblOffset val="100"/>
        <c:noMultiLvlLbl val="0"/>
      </c:catAx>
      <c:valAx>
        <c:axId val="101815371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018161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Garamond" panose="020204040303010108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9980632533537155E-2"/>
          <c:y val="2.7939044484678623E-2"/>
          <c:w val="0.8934309725680849"/>
          <c:h val="0.619899799426859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Sheet1!$C$392</c:f>
              <c:strCache>
                <c:ptCount val="1"/>
                <c:pt idx="0">
                  <c:v>2025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2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Sheet1!$B$393:$B$398</c:f>
              <c:strCache>
                <c:ptCount val="6"/>
                <c:pt idx="0">
                  <c:v>Admitidos</c:v>
                </c:pt>
                <c:pt idx="1">
                  <c:v>Alta Clinica</c:v>
                </c:pt>
                <c:pt idx="2">
                  <c:v>Transferências</c:v>
                </c:pt>
                <c:pt idx="3">
                  <c:v>Óbitos</c:v>
                </c:pt>
                <c:pt idx="4">
                  <c:v>Taxa de ocupação de camas</c:v>
                </c:pt>
                <c:pt idx="5">
                  <c:v>Taxa de mortalidade</c:v>
                </c:pt>
              </c:strCache>
            </c:strRef>
          </c:cat>
          <c:val>
            <c:numRef>
              <c:f>Sheet1!$C$393:$C$398</c:f>
              <c:numCache>
                <c:formatCode>General</c:formatCode>
                <c:ptCount val="6"/>
                <c:pt idx="0">
                  <c:v>1014</c:v>
                </c:pt>
                <c:pt idx="1">
                  <c:v>1014</c:v>
                </c:pt>
                <c:pt idx="2">
                  <c:v>17</c:v>
                </c:pt>
                <c:pt idx="3">
                  <c:v>114</c:v>
                </c:pt>
                <c:pt idx="4" formatCode="0%">
                  <c:v>0.32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D1-47C0-8274-108D67A8DB7F}"/>
            </c:ext>
          </c:extLst>
        </c:ser>
        <c:ser>
          <c:idx val="1"/>
          <c:order val="1"/>
          <c:tx>
            <c:strRef>
              <c:f>Sheet1!$D$392</c:f>
              <c:strCache>
                <c:ptCount val="1"/>
                <c:pt idx="0">
                  <c:v>2026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2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Sheet1!$B$393:$B$398</c:f>
              <c:strCache>
                <c:ptCount val="6"/>
                <c:pt idx="0">
                  <c:v>Admitidos</c:v>
                </c:pt>
                <c:pt idx="1">
                  <c:v>Alta Clinica</c:v>
                </c:pt>
                <c:pt idx="2">
                  <c:v>Transferências</c:v>
                </c:pt>
                <c:pt idx="3">
                  <c:v>Óbitos</c:v>
                </c:pt>
                <c:pt idx="4">
                  <c:v>Taxa de ocupação de camas</c:v>
                </c:pt>
                <c:pt idx="5">
                  <c:v>Taxa de mortalidade</c:v>
                </c:pt>
              </c:strCache>
            </c:strRef>
          </c:cat>
          <c:val>
            <c:numRef>
              <c:f>Sheet1!$D$393:$D$398</c:f>
              <c:numCache>
                <c:formatCode>General</c:formatCode>
                <c:ptCount val="6"/>
                <c:pt idx="0">
                  <c:v>1713</c:v>
                </c:pt>
                <c:pt idx="1">
                  <c:v>1639</c:v>
                </c:pt>
                <c:pt idx="2">
                  <c:v>32</c:v>
                </c:pt>
                <c:pt idx="3">
                  <c:v>216</c:v>
                </c:pt>
                <c:pt idx="4" formatCode="0%">
                  <c:v>0.81</c:v>
                </c:pt>
                <c:pt idx="5" formatCode="0%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D1-47C0-8274-108D67A8DB7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25522319"/>
        <c:axId val="1125518479"/>
      </c:barChart>
      <c:catAx>
        <c:axId val="1125522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125518479"/>
        <c:crosses val="autoZero"/>
        <c:auto val="1"/>
        <c:lblAlgn val="ctr"/>
        <c:lblOffset val="100"/>
        <c:noMultiLvlLbl val="0"/>
      </c:catAx>
      <c:valAx>
        <c:axId val="1125518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522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Garamond" panose="020204040303010108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Comparativo</a:t>
            </a:r>
            <a:r>
              <a:rPr lang="en-US" dirty="0"/>
              <a:t> de </a:t>
            </a:r>
            <a:r>
              <a:rPr lang="en-US" dirty="0" err="1"/>
              <a:t>consultas</a:t>
            </a:r>
            <a:r>
              <a:rPr lang="en-US" dirty="0"/>
              <a:t> do 1º </a:t>
            </a:r>
            <a:r>
              <a:rPr lang="en-US" dirty="0" err="1"/>
              <a:t>semestre</a:t>
            </a:r>
            <a:r>
              <a:rPr lang="en-US" dirty="0"/>
              <a:t> de 2025 e 2026</a:t>
            </a:r>
          </a:p>
        </c:rich>
      </c:tx>
      <c:layout>
        <c:manualLayout>
          <c:xMode val="edge"/>
          <c:yMode val="edge"/>
          <c:x val="0.10909410729991205"/>
          <c:y val="4.04514745544564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Sheet1!$A$350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Sheet1!$B$349:$G$349</c:f>
              <c:strCache>
                <c:ptCount val="6"/>
                <c:pt idx="0">
                  <c:v>Jan.</c:v>
                </c:pt>
                <c:pt idx="1">
                  <c:v>Fev.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Sheet1!$B$350:$G$350</c:f>
              <c:numCache>
                <c:formatCode>General</c:formatCode>
                <c:ptCount val="6"/>
                <c:pt idx="0">
                  <c:v>47</c:v>
                </c:pt>
                <c:pt idx="1">
                  <c:v>193</c:v>
                </c:pt>
                <c:pt idx="2">
                  <c:v>152</c:v>
                </c:pt>
                <c:pt idx="3">
                  <c:v>133</c:v>
                </c:pt>
                <c:pt idx="4">
                  <c:v>188</c:v>
                </c:pt>
                <c:pt idx="5">
                  <c:v>134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E1-4C25-B783-FB70DC2AB64C}"/>
            </c:ext>
          </c:extLst>
        </c:ser>
        <c:ser>
          <c:idx val="1"/>
          <c:order val="1"/>
          <c:tx>
            <c:strRef>
              <c:f>Sheet1!$A$351</c:f>
              <c:strCache>
                <c:ptCount val="1"/>
                <c:pt idx="0">
                  <c:v>2026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lt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Sheet1!$B$349:$G$349</c:f>
              <c:strCache>
                <c:ptCount val="6"/>
                <c:pt idx="0">
                  <c:v>Jan.</c:v>
                </c:pt>
                <c:pt idx="1">
                  <c:v>Fev.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Sheet1!$B$351:$G$351</c:f>
              <c:numCache>
                <c:formatCode>General</c:formatCode>
                <c:ptCount val="6"/>
                <c:pt idx="0">
                  <c:v>159</c:v>
                </c:pt>
                <c:pt idx="1">
                  <c:v>196</c:v>
                </c:pt>
                <c:pt idx="2">
                  <c:v>181</c:v>
                </c:pt>
                <c:pt idx="3">
                  <c:v>215</c:v>
                </c:pt>
                <c:pt idx="4">
                  <c:v>206</c:v>
                </c:pt>
                <c:pt idx="5">
                  <c:v>246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E1-4C25-B783-FB70DC2AB64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66648335"/>
        <c:axId val="1466646415"/>
      </c:lineChart>
      <c:catAx>
        <c:axId val="1466648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466646415"/>
        <c:crosses val="autoZero"/>
        <c:auto val="1"/>
        <c:lblAlgn val="ctr"/>
        <c:lblOffset val="100"/>
        <c:noMultiLvlLbl val="0"/>
      </c:catAx>
      <c:valAx>
        <c:axId val="146664641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6648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7923211169284468E-2"/>
          <c:y val="4.0451485291478961E-2"/>
          <c:w val="0.92321116928446767"/>
          <c:h val="0.75595756947091364"/>
        </c:manualLayout>
      </c:layout>
      <c:lineChart>
        <c:grouping val="standard"/>
        <c:varyColors val="0"/>
        <c:ser>
          <c:idx val="0"/>
          <c:order val="0"/>
          <c:tx>
            <c:strRef>
              <c:f>Sheet1!$A$338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Sheet1!$B$337:$G$337</c:f>
              <c:strCache>
                <c:ptCount val="6"/>
                <c:pt idx="0">
                  <c:v>Jan.</c:v>
                </c:pt>
                <c:pt idx="1">
                  <c:v>Fev.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Sheet1!$B$338:$G$338</c:f>
              <c:numCache>
                <c:formatCode>General</c:formatCode>
                <c:ptCount val="6"/>
                <c:pt idx="0">
                  <c:v>148</c:v>
                </c:pt>
                <c:pt idx="1">
                  <c:v>165</c:v>
                </c:pt>
                <c:pt idx="2">
                  <c:v>166</c:v>
                </c:pt>
                <c:pt idx="3">
                  <c:v>208</c:v>
                </c:pt>
                <c:pt idx="4">
                  <c:v>155</c:v>
                </c:pt>
                <c:pt idx="5">
                  <c:v>172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04-47C5-9F66-B6D3403793D3}"/>
            </c:ext>
          </c:extLst>
        </c:ser>
        <c:ser>
          <c:idx val="1"/>
          <c:order val="1"/>
          <c:tx>
            <c:strRef>
              <c:f>Sheet1!$A$339</c:f>
              <c:strCache>
                <c:ptCount val="1"/>
                <c:pt idx="0">
                  <c:v>2026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Garamond" panose="020204040303010108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Sheet1!$B$337:$G$337</c:f>
              <c:strCache>
                <c:ptCount val="6"/>
                <c:pt idx="0">
                  <c:v>Jan.</c:v>
                </c:pt>
                <c:pt idx="1">
                  <c:v>Fev.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Sheet1!$B$339:$G$339</c:f>
              <c:numCache>
                <c:formatCode>General</c:formatCode>
                <c:ptCount val="6"/>
                <c:pt idx="0">
                  <c:v>214</c:v>
                </c:pt>
                <c:pt idx="1">
                  <c:v>334</c:v>
                </c:pt>
                <c:pt idx="2">
                  <c:v>283</c:v>
                </c:pt>
                <c:pt idx="3">
                  <c:v>330</c:v>
                </c:pt>
                <c:pt idx="4">
                  <c:v>290</c:v>
                </c:pt>
                <c:pt idx="5">
                  <c:v>287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04-47C5-9F66-B6D3403793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69905615"/>
        <c:axId val="1469894095"/>
      </c:lineChart>
      <c:catAx>
        <c:axId val="146990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+mn-ea"/>
                <a:cs typeface="+mn-cs"/>
              </a:defRPr>
            </a:pPr>
            <a:endParaRPr lang="en-US"/>
          </a:p>
        </c:txPr>
        <c:crossAx val="1469894095"/>
        <c:crosses val="autoZero"/>
        <c:auto val="1"/>
        <c:lblAlgn val="ctr"/>
        <c:lblOffset val="100"/>
        <c:noMultiLvlLbl val="0"/>
      </c:catAx>
      <c:valAx>
        <c:axId val="146989409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9905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434FA-37E6-4CE7-AF45-0A31F5E47BE5}" type="doc">
      <dgm:prSet loTypeId="urn:microsoft.com/office/officeart/2005/8/layout/vList2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744F07-34C3-41E0-9983-118E17D07BFE}" type="pres">
      <dgm:prSet presAssocID="{5C9434FA-37E6-4CE7-AF45-0A31F5E47BE5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9419872A-4741-4991-9AC0-65C62C4E7939}" type="presOf" srcId="{5C9434FA-37E6-4CE7-AF45-0A31F5E47BE5}" destId="{2F744F07-34C3-41E0-9983-118E17D07BF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FC6F4B-9725-4004-9682-6B7773E9FACA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AE2599-B168-4E01-A12B-62564786D104}">
      <dgm:prSet phldrT="[Text]" custT="1"/>
      <dgm:spPr>
        <a:solidFill>
          <a:srgbClr val="00B050"/>
        </a:solidFill>
      </dgm:spPr>
      <dgm:t>
        <a:bodyPr/>
        <a:lstStyle/>
        <a:p>
          <a:pPr algn="l"/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Popula</a:t>
          </a:r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ção</a:t>
          </a:r>
          <a:endParaRPr lang="en-US" sz="2400" b="1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gm:t>
    </dgm:pt>
    <dgm:pt modelId="{1D98E718-80DD-4C87-ADAE-2FE2057BC302}" type="parTrans" cxnId="{E5EFDCE8-9C1D-420E-AA5C-9B87A42CDE3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5B641CA-B374-4330-ACC9-11E65D75DA38}" type="sibTrans" cxnId="{E5EFDCE8-9C1D-420E-AA5C-9B87A42CDE3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01823134-6E01-4E0A-9E3C-05BD10505644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Área</a:t>
          </a:r>
          <a:r>
            <a:rPr lang="en-US" sz="2000" b="1" dirty="0">
              <a:solidFill>
                <a:srgbClr val="000000"/>
              </a:solidFill>
              <a:effectLst/>
              <a:latin typeface="Trebuchet MS" pitchFamily="34" charset="0"/>
              <a:cs typeface="Times New Roman"/>
            </a:rPr>
            <a:t> </a:t>
          </a:r>
          <a:endParaRPr lang="en-US" sz="2000" b="1" dirty="0">
            <a:solidFill>
              <a:srgbClr val="000000"/>
            </a:solidFill>
            <a:effectLst/>
            <a:latin typeface="Trebuchet MS" pitchFamily="34" charset="0"/>
          </a:endParaRPr>
        </a:p>
      </dgm:t>
    </dgm:pt>
    <dgm:pt modelId="{CDF0020B-98CD-444B-AF93-15B46F71BCE0}" type="parTrans" cxnId="{C8A0F796-83D9-498A-8B6D-05FC0228B03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9FCDA6F5-0407-46CA-897D-C386ECB0DDBB}" type="sibTrans" cxnId="{C8A0F796-83D9-498A-8B6D-05FC0228B03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E720AADF-A7F1-40DD-A8D1-6F19D7121090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Rede </a:t>
          </a:r>
          <a:r>
            <a:rPr lang="en-US" sz="2400" b="1" dirty="0" err="1">
              <a:solidFill>
                <a:schemeClr val="bg1"/>
              </a:solidFill>
              <a:effectLst/>
              <a:latin typeface="Garamond" panose="02020404030301010803" pitchFamily="18" charset="0"/>
            </a:rPr>
            <a:t>Sanit</a:t>
          </a:r>
          <a:r>
            <a:rPr lang="en-US" sz="24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ária</a:t>
          </a:r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: (11) 1 Hospital e 10 </a:t>
          </a:r>
          <a:r>
            <a:rPr lang="en-US" sz="24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Centros</a:t>
          </a:r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de </a:t>
          </a:r>
          <a:r>
            <a:rPr lang="en-US" sz="2400" b="1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Saúde</a:t>
          </a:r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</a:t>
          </a:r>
          <a:endParaRPr lang="en-US" sz="2400" b="1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gm:t>
    </dgm:pt>
    <dgm:pt modelId="{F545D2AE-9BDF-4808-AB00-111CB8A007B6}" type="parTrans" cxnId="{A95B18D8-03BA-4C40-8701-00797A1A3C74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5F29FCB8-C301-4627-A70B-2CEF8A13F4F4}" type="sibTrans" cxnId="{A95B18D8-03BA-4C40-8701-00797A1A3C74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7DB37F08-B55B-4B14-9054-25AE19E01F76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400" b="1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Limites</a:t>
          </a:r>
        </a:p>
      </dgm:t>
    </dgm:pt>
    <dgm:pt modelId="{5892A4F1-5050-48DC-85DD-3E10CF74EAD8}" type="parTrans" cxnId="{D7E7CF2B-841E-4410-8C5B-386ACB125C5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00C93A2A-86C3-4E0E-88C0-1FE67CF5A05F}" type="sibTrans" cxnId="{D7E7CF2B-841E-4410-8C5B-386ACB125C5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D91C02A0-A28E-487F-A31C-FC348B1CEEE8}">
      <dgm:prSet custT="1"/>
      <dgm:spPr/>
      <dgm:t>
        <a:bodyPr/>
        <a:lstStyle/>
        <a:p>
          <a:pPr rtl="0"/>
          <a:r>
            <a:rPr lang="pt-PT" sz="2000" b="1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412.092Habitantes, (Censo 2017)</a:t>
          </a:r>
          <a:endParaRPr lang="en-US" sz="2000" b="1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013DDEEE-D9FB-4755-8101-C7C7459CF8D9}" type="parTrans" cxnId="{4C35A71B-4110-4C24-8463-0F915543422A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739D63E-AD9B-46D6-AF4A-308DC85887A5}" type="sibTrans" cxnId="{4C35A71B-4110-4C24-8463-0F915543422A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746D007C-6498-44C8-A4BC-FD50CBF31C93}">
      <dgm:prSet custT="1"/>
      <dgm:spPr/>
      <dgm:t>
        <a:bodyPr/>
        <a:lstStyle/>
        <a:p>
          <a:pPr algn="just" rtl="0"/>
          <a:r>
            <a:rPr lang="en-US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Norte: 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Distrito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Marracuene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Localidade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Michafutene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10EC8EE8-3187-4566-B2CD-BDC7181C4A0B}" type="parTrans" cxnId="{400021B7-D449-4A60-B681-6D04999D79A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9652945A-5353-4AFB-AA35-099516CC5025}" type="sibTrans" cxnId="{400021B7-D449-4A60-B681-6D04999D79A6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50D9C742-E6F5-407A-8A0F-7B6A4BC5D4EB}">
      <dgm:prSet custT="1"/>
      <dgm:spPr/>
      <dgm:t>
        <a:bodyPr/>
        <a:lstStyle/>
        <a:p>
          <a:pPr algn="just"/>
          <a:r>
            <a:rPr lang="pt-PT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Sul: Distrito de Matutuine – 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Bela vista e Baia de Maputo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E2AE6593-ADF3-468B-A693-7EE72D6DE956}" type="parTrans" cxnId="{EB40ECD4-CFF2-425D-B40F-73BCF1028FD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BD87D1BA-AFBF-4E38-8424-112A0FBE56FE}" type="sibTrans" cxnId="{EB40ECD4-CFF2-425D-B40F-73BCF1028FD1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B98D8770-3CB9-4B97-BBB6-A5B715E97E3F}">
      <dgm:prSet custT="1"/>
      <dgm:spPr/>
      <dgm:t>
        <a:bodyPr/>
        <a:lstStyle/>
        <a:p>
          <a:pPr algn="just" rtl="0"/>
          <a:r>
            <a:rPr lang="pt-PT" sz="2000" b="1" dirty="0">
              <a:solidFill>
                <a:schemeClr val="tx1"/>
              </a:solidFill>
              <a:effectLst/>
              <a:latin typeface="Garamond" panose="02020404030301010803" pitchFamily="18" charset="0"/>
            </a:rPr>
            <a:t>Respons</a:t>
          </a:r>
          <a:r>
            <a:rPr lang="pt-PT" sz="2000" b="1" dirty="0">
              <a:solidFill>
                <a:schemeClr val="tx1"/>
              </a:solidFill>
              <a:effectLst/>
              <a:latin typeface="Garamond" panose="02020404030301010803" pitchFamily="18" charset="0"/>
              <a:cs typeface="Times New Roman"/>
            </a:rPr>
            <a:t>ável pelos Distritos </a:t>
          </a:r>
          <a:r>
            <a:rPr lang="pt-PT" sz="2000" b="1" dirty="0">
              <a:solidFill>
                <a:srgbClr val="000000"/>
              </a:solidFill>
              <a:latin typeface="Garamond" panose="02020404030301010803" pitchFamily="18" charset="0"/>
            </a:rPr>
            <a:t>Urbanos Nlhamanculo, Kamubukwane e Ka Tembe</a:t>
          </a:r>
          <a:endParaRPr lang="en-US" sz="2000" b="1" dirty="0">
            <a:solidFill>
              <a:schemeClr val="tx1"/>
            </a:solidFill>
            <a:effectLst/>
            <a:latin typeface="Garamond" panose="02020404030301010803" pitchFamily="18" charset="0"/>
          </a:endParaRPr>
        </a:p>
      </dgm:t>
    </dgm:pt>
    <dgm:pt modelId="{F6C8B8AB-BE96-42A4-9732-3B05159D33D5}" type="parTrans" cxnId="{53872671-6C63-4C3C-9323-1AA9F2096AE3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E298ACBC-BDCD-46FF-95EF-0EE8171A0CC4}" type="sibTrans" cxnId="{53872671-6C63-4C3C-9323-1AA9F2096AE3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A576E861-95E2-409B-896E-4657097FA894}">
      <dgm:prSet custT="1"/>
      <dgm:spPr/>
      <dgm:t>
        <a:bodyPr/>
        <a:lstStyle/>
        <a:p>
          <a:pPr rtl="0"/>
          <a:endParaRPr lang="en-US" sz="1400" b="1" dirty="0">
            <a:solidFill>
              <a:srgbClr val="000000"/>
            </a:solidFill>
            <a:effectLst/>
            <a:latin typeface="Garamond" pitchFamily="18" charset="0"/>
          </a:endParaRPr>
        </a:p>
      </dgm:t>
    </dgm:pt>
    <dgm:pt modelId="{9EACF331-AD7F-43F5-A85A-B4FAB5893181}" type="parTrans" cxnId="{C9820A91-A76B-4121-9A8F-C2259A3D828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C585A3E5-B2B7-4FCE-A3E0-84167A432DAA}" type="sibTrans" cxnId="{C9820A91-A76B-4121-9A8F-C2259A3D8287}">
      <dgm:prSet/>
      <dgm:spPr/>
      <dgm:t>
        <a:bodyPr/>
        <a:lstStyle/>
        <a:p>
          <a:endParaRPr lang="en-US" sz="2000" b="1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612F64B2-1B30-4830-A46D-EC9F9A763BE8}">
      <dgm:prSet custT="1"/>
      <dgm:spPr/>
      <dgm:t>
        <a:bodyPr/>
        <a:lstStyle/>
        <a:p>
          <a:pPr algn="just"/>
          <a:r>
            <a:rPr lang="pt-PT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Oeste: </a:t>
          </a:r>
          <a:r>
            <a:rPr lang="pt-PT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Vale do Infulene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F4C481F5-2253-48A0-96F2-74C7B1C080CF}" type="parTrans" cxnId="{7DF78920-058C-410D-82D7-D7D831AD46F5}">
      <dgm:prSet/>
      <dgm:spPr/>
      <dgm:t>
        <a:bodyPr/>
        <a:lstStyle/>
        <a:p>
          <a:endParaRPr lang="en-US">
            <a:solidFill>
              <a:schemeClr val="tx1"/>
            </a:solidFill>
            <a:effectLst/>
          </a:endParaRPr>
        </a:p>
      </dgm:t>
    </dgm:pt>
    <dgm:pt modelId="{618C51CC-97B4-47A0-B7D3-B65214815FC9}" type="sibTrans" cxnId="{7DF78920-058C-410D-82D7-D7D831AD46F5}">
      <dgm:prSet/>
      <dgm:spPr/>
      <dgm:t>
        <a:bodyPr/>
        <a:lstStyle/>
        <a:p>
          <a:endParaRPr lang="en-US">
            <a:solidFill>
              <a:schemeClr val="tx1"/>
            </a:solidFill>
            <a:effectLst/>
          </a:endParaRPr>
        </a:p>
      </dgm:t>
    </dgm:pt>
    <dgm:pt modelId="{32A90E3B-96A1-43A9-8791-B80D9C15AED4}">
      <dgm:prSet custT="1"/>
      <dgm:spPr/>
      <dgm:t>
        <a:bodyPr/>
        <a:lstStyle/>
        <a:p>
          <a:pPr algn="l"/>
          <a:endParaRPr lang="en-US" sz="1400" b="1" dirty="0">
            <a:solidFill>
              <a:schemeClr val="tx1"/>
            </a:solidFill>
            <a:effectLst/>
            <a:latin typeface="Garamond" pitchFamily="18" charset="0"/>
          </a:endParaRPr>
        </a:p>
      </dgm:t>
    </dgm:pt>
    <dgm:pt modelId="{A5712AFF-DE66-4681-B1C1-6E32EA99F2D7}" type="parTrans" cxnId="{B2D21666-56E7-4F28-A1F3-A6C9352E9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0C02EB5-1292-49DC-A7A1-934FAFC27E6D}" type="sibTrans" cxnId="{B2D21666-56E7-4F28-A1F3-A6C9352E9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EA544D1-A564-4621-9188-32B7F9D17421}">
      <dgm:prSet custT="1"/>
      <dgm:spPr/>
      <dgm:t>
        <a:bodyPr/>
        <a:lstStyle/>
        <a:p>
          <a:pPr algn="just"/>
          <a:r>
            <a:rPr lang="en-US" sz="1800" b="1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Este: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Bairros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Chamanculo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Xipamanine</a:t>
          </a:r>
          <a:r>
            <a:rPr lang="en-US" sz="1800" b="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Distrito </a:t>
          </a:r>
          <a:r>
            <a:rPr lang="en-US" sz="1800" b="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KaMavota</a:t>
          </a:r>
          <a:endParaRPr lang="en-US" sz="1800" b="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gm:t>
    </dgm:pt>
    <dgm:pt modelId="{AD6CDFD6-7CB7-4EAD-B6E4-13281FBF953A}" type="parTrans" cxnId="{4746C133-D123-4829-B30D-D9F5CDCFED73}">
      <dgm:prSet/>
      <dgm:spPr/>
      <dgm:t>
        <a:bodyPr/>
        <a:lstStyle/>
        <a:p>
          <a:endParaRPr lang="en-US"/>
        </a:p>
      </dgm:t>
    </dgm:pt>
    <dgm:pt modelId="{B5BA6580-9219-40BF-869D-EF35C50FA5D6}" type="sibTrans" cxnId="{4746C133-D123-4829-B30D-D9F5CDCFED73}">
      <dgm:prSet/>
      <dgm:spPr/>
      <dgm:t>
        <a:bodyPr/>
        <a:lstStyle/>
        <a:p>
          <a:endParaRPr lang="en-US"/>
        </a:p>
      </dgm:t>
    </dgm:pt>
    <dgm:pt modelId="{F5FDCA0F-38F2-433F-9BCA-1EB85BF61709}">
      <dgm:prSet custT="1"/>
      <dgm:spPr/>
      <dgm:t>
        <a:bodyPr/>
        <a:lstStyle/>
        <a:p>
          <a:pPr rtl="0"/>
          <a:endParaRPr lang="en-US" sz="1400" b="1" dirty="0">
            <a:solidFill>
              <a:srgbClr val="000000"/>
            </a:solidFill>
            <a:effectLst/>
            <a:latin typeface="Garamond" pitchFamily="18" charset="0"/>
          </a:endParaRPr>
        </a:p>
      </dgm:t>
    </dgm:pt>
    <dgm:pt modelId="{4EB4AB49-FE86-4DCA-8F1F-3A8CCCC617DD}" type="parTrans" cxnId="{E1C14428-F0C6-40B7-B244-34C150E1467E}">
      <dgm:prSet/>
      <dgm:spPr/>
      <dgm:t>
        <a:bodyPr/>
        <a:lstStyle/>
        <a:p>
          <a:endParaRPr lang="en-US"/>
        </a:p>
      </dgm:t>
    </dgm:pt>
    <dgm:pt modelId="{E905FAB3-57FB-4D2A-A976-8656BF8A3543}" type="sibTrans" cxnId="{E1C14428-F0C6-40B7-B244-34C150E1467E}">
      <dgm:prSet/>
      <dgm:spPr/>
      <dgm:t>
        <a:bodyPr/>
        <a:lstStyle/>
        <a:p>
          <a:endParaRPr lang="en-US"/>
        </a:p>
      </dgm:t>
    </dgm:pt>
    <dgm:pt modelId="{6DFA7AF0-DB06-4AD4-A669-34A045E138C6}">
      <dgm:prSet custT="1"/>
      <dgm:spPr/>
      <dgm:t>
        <a:bodyPr/>
        <a:lstStyle/>
        <a:p>
          <a:pPr rtl="0"/>
          <a:r>
            <a:rPr lang="pt-PT" sz="2000" b="1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Superficie</a:t>
          </a:r>
          <a:r>
            <a:rPr lang="pt-PT" sz="2000" b="1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 de 52 </a:t>
          </a:r>
          <a:r>
            <a:rPr lang="pt-PT" sz="2000" b="1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km²</a:t>
          </a:r>
          <a:endParaRPr lang="en-US" sz="2000" b="1" dirty="0">
            <a:solidFill>
              <a:srgbClr val="000000"/>
            </a:solidFill>
            <a:effectLst/>
            <a:latin typeface="Garamond" panose="02020404030301010803" pitchFamily="18" charset="0"/>
            <a:cs typeface="Arial" pitchFamily="34" charset="0"/>
          </a:endParaRPr>
        </a:p>
      </dgm:t>
    </dgm:pt>
    <dgm:pt modelId="{51C6150A-4C4C-45E0-B4D6-5D5AEF4CC08E}" type="parTrans" cxnId="{36FC7388-F5D5-49D2-977D-AD3297EB2566}">
      <dgm:prSet/>
      <dgm:spPr/>
      <dgm:t>
        <a:bodyPr/>
        <a:lstStyle/>
        <a:p>
          <a:endParaRPr lang="en-US"/>
        </a:p>
      </dgm:t>
    </dgm:pt>
    <dgm:pt modelId="{B49D9090-88D8-4D92-86A6-FED2E4E1FA28}" type="sibTrans" cxnId="{36FC7388-F5D5-49D2-977D-AD3297EB2566}">
      <dgm:prSet/>
      <dgm:spPr/>
      <dgm:t>
        <a:bodyPr/>
        <a:lstStyle/>
        <a:p>
          <a:endParaRPr lang="en-US"/>
        </a:p>
      </dgm:t>
    </dgm:pt>
    <dgm:pt modelId="{54193438-D791-4F8E-847A-7B11321F136D}" type="pres">
      <dgm:prSet presAssocID="{67FC6F4B-9725-4004-9682-6B7773E9FACA}" presName="linear" presStyleCnt="0">
        <dgm:presLayoutVars>
          <dgm:dir/>
          <dgm:animLvl val="lvl"/>
          <dgm:resizeHandles val="exact"/>
        </dgm:presLayoutVars>
      </dgm:prSet>
      <dgm:spPr/>
    </dgm:pt>
    <dgm:pt modelId="{A610B688-0621-4001-B01D-3DF387A75B91}" type="pres">
      <dgm:prSet presAssocID="{8AAE2599-B168-4E01-A12B-62564786D104}" presName="parentLin" presStyleCnt="0"/>
      <dgm:spPr/>
    </dgm:pt>
    <dgm:pt modelId="{0DA049F8-EF9B-45CE-A07B-D243575CB5F4}" type="pres">
      <dgm:prSet presAssocID="{8AAE2599-B168-4E01-A12B-62564786D104}" presName="parentLeftMargin" presStyleLbl="node1" presStyleIdx="0" presStyleCnt="4"/>
      <dgm:spPr/>
    </dgm:pt>
    <dgm:pt modelId="{9C0D17F4-4164-4810-81D0-F77A2ED9E3B2}" type="pres">
      <dgm:prSet presAssocID="{8AAE2599-B168-4E01-A12B-62564786D104}" presName="parentText" presStyleLbl="node1" presStyleIdx="0" presStyleCnt="4" custScaleX="94286" custScaleY="175433" custLinFactNeighborX="-22248" custLinFactNeighborY="-35119">
        <dgm:presLayoutVars>
          <dgm:chMax val="0"/>
          <dgm:bulletEnabled val="1"/>
        </dgm:presLayoutVars>
      </dgm:prSet>
      <dgm:spPr/>
    </dgm:pt>
    <dgm:pt modelId="{93E00FDB-4CDC-4520-9D12-A067FAF25D28}" type="pres">
      <dgm:prSet presAssocID="{8AAE2599-B168-4E01-A12B-62564786D104}" presName="negativeSpace" presStyleCnt="0"/>
      <dgm:spPr/>
    </dgm:pt>
    <dgm:pt modelId="{5DEC277F-3FE4-43A5-B9A7-1190B3549ABA}" type="pres">
      <dgm:prSet presAssocID="{8AAE2599-B168-4E01-A12B-62564786D104}" presName="childText" presStyleLbl="conFgAcc1" presStyleIdx="0" presStyleCnt="4" custScaleY="78056" custLinFactNeighborX="-1408" custLinFactNeighborY="93062">
        <dgm:presLayoutVars>
          <dgm:bulletEnabled val="1"/>
        </dgm:presLayoutVars>
      </dgm:prSet>
      <dgm:spPr/>
    </dgm:pt>
    <dgm:pt modelId="{8D25F399-12EE-4E6F-AF2A-D97D6BC47DEA}" type="pres">
      <dgm:prSet presAssocID="{C5B641CA-B374-4330-ACC9-11E65D75DA38}" presName="spaceBetweenRectangles" presStyleCnt="0"/>
      <dgm:spPr/>
    </dgm:pt>
    <dgm:pt modelId="{8ED57CFA-E05C-40B6-867E-2BBA233F6C77}" type="pres">
      <dgm:prSet presAssocID="{7DB37F08-B55B-4B14-9054-25AE19E01F76}" presName="parentLin" presStyleCnt="0"/>
      <dgm:spPr/>
    </dgm:pt>
    <dgm:pt modelId="{2F3C6247-1F71-4F56-B396-43C33C15D759}" type="pres">
      <dgm:prSet presAssocID="{7DB37F08-B55B-4B14-9054-25AE19E01F76}" presName="parentLeftMargin" presStyleLbl="node1" presStyleIdx="0" presStyleCnt="4"/>
      <dgm:spPr/>
    </dgm:pt>
    <dgm:pt modelId="{5C3ED794-0ED4-4BC9-8EC5-6D8E029CCA45}" type="pres">
      <dgm:prSet presAssocID="{7DB37F08-B55B-4B14-9054-25AE19E01F76}" presName="parentText" presStyleLbl="node1" presStyleIdx="1" presStyleCnt="4" custScaleX="101240" custScaleY="209060" custLinFactNeighborX="-30766" custLinFactNeighborY="11228">
        <dgm:presLayoutVars>
          <dgm:chMax val="0"/>
          <dgm:bulletEnabled val="1"/>
        </dgm:presLayoutVars>
      </dgm:prSet>
      <dgm:spPr/>
    </dgm:pt>
    <dgm:pt modelId="{4051C454-3271-4B36-BF0F-38DAD1FD193C}" type="pres">
      <dgm:prSet presAssocID="{7DB37F08-B55B-4B14-9054-25AE19E01F76}" presName="negativeSpace" presStyleCnt="0"/>
      <dgm:spPr/>
    </dgm:pt>
    <dgm:pt modelId="{B0ED1D48-73A8-4006-BFF6-79A2046D30CC}" type="pres">
      <dgm:prSet presAssocID="{7DB37F08-B55B-4B14-9054-25AE19E01F76}" presName="childText" presStyleLbl="conFgAcc1" presStyleIdx="1" presStyleCnt="4" custScaleY="114493" custLinFactY="2198" custLinFactNeighborY="100000">
        <dgm:presLayoutVars>
          <dgm:bulletEnabled val="1"/>
        </dgm:presLayoutVars>
      </dgm:prSet>
      <dgm:spPr/>
    </dgm:pt>
    <dgm:pt modelId="{E94EA2E4-A16B-4B23-B17B-6A2BBF5B3DA8}" type="pres">
      <dgm:prSet presAssocID="{00C93A2A-86C3-4E0E-88C0-1FE67CF5A05F}" presName="spaceBetweenRectangles" presStyleCnt="0"/>
      <dgm:spPr/>
    </dgm:pt>
    <dgm:pt modelId="{041AC677-60C9-42EB-B76A-BF3087190F4C}" type="pres">
      <dgm:prSet presAssocID="{01823134-6E01-4E0A-9E3C-05BD10505644}" presName="parentLin" presStyleCnt="0"/>
      <dgm:spPr/>
    </dgm:pt>
    <dgm:pt modelId="{5952E32C-4A9C-4B92-BE4C-1B241ACC0588}" type="pres">
      <dgm:prSet presAssocID="{01823134-6E01-4E0A-9E3C-05BD10505644}" presName="parentLeftMargin" presStyleLbl="node1" presStyleIdx="1" presStyleCnt="4"/>
      <dgm:spPr/>
    </dgm:pt>
    <dgm:pt modelId="{96A03DC7-B069-4AC3-8DEC-0BF40B40A85B}" type="pres">
      <dgm:prSet presAssocID="{01823134-6E01-4E0A-9E3C-05BD10505644}" presName="parentText" presStyleLbl="node1" presStyleIdx="2" presStyleCnt="4" custScaleX="106753" custScaleY="193482" custLinFactNeighborX="-25926" custLinFactNeighborY="-18875">
        <dgm:presLayoutVars>
          <dgm:chMax val="0"/>
          <dgm:bulletEnabled val="1"/>
        </dgm:presLayoutVars>
      </dgm:prSet>
      <dgm:spPr/>
    </dgm:pt>
    <dgm:pt modelId="{1D8D5747-55C0-4C6B-AB66-E37290703A76}" type="pres">
      <dgm:prSet presAssocID="{01823134-6E01-4E0A-9E3C-05BD10505644}" presName="negativeSpace" presStyleCnt="0"/>
      <dgm:spPr/>
    </dgm:pt>
    <dgm:pt modelId="{1EDEDB4A-23BE-4418-8B27-D39C5FBDAFF3}" type="pres">
      <dgm:prSet presAssocID="{01823134-6E01-4E0A-9E3C-05BD10505644}" presName="childText" presStyleLbl="conFgAcc1" presStyleIdx="2" presStyleCnt="4" custScaleY="80364">
        <dgm:presLayoutVars>
          <dgm:bulletEnabled val="1"/>
        </dgm:presLayoutVars>
      </dgm:prSet>
      <dgm:spPr/>
    </dgm:pt>
    <dgm:pt modelId="{CAD9F9FA-0930-4288-8489-E99783B76ED8}" type="pres">
      <dgm:prSet presAssocID="{9FCDA6F5-0407-46CA-897D-C386ECB0DDBB}" presName="spaceBetweenRectangles" presStyleCnt="0"/>
      <dgm:spPr/>
    </dgm:pt>
    <dgm:pt modelId="{94702080-6FE5-4C1B-A3F2-FAA9AC8FD43E}" type="pres">
      <dgm:prSet presAssocID="{E720AADF-A7F1-40DD-A8D1-6F19D7121090}" presName="parentLin" presStyleCnt="0"/>
      <dgm:spPr/>
    </dgm:pt>
    <dgm:pt modelId="{5CF2B9FF-834D-42D8-9331-C6503565EC87}" type="pres">
      <dgm:prSet presAssocID="{E720AADF-A7F1-40DD-A8D1-6F19D7121090}" presName="parentLeftMargin" presStyleLbl="node1" presStyleIdx="2" presStyleCnt="4"/>
      <dgm:spPr/>
    </dgm:pt>
    <dgm:pt modelId="{2651B706-259B-41E0-BE39-E64D1219EF7D}" type="pres">
      <dgm:prSet presAssocID="{E720AADF-A7F1-40DD-A8D1-6F19D7121090}" presName="parentText" presStyleLbl="node1" presStyleIdx="3" presStyleCnt="4" custScaleX="123270" custScaleY="362187" custLinFactNeighborY="5587">
        <dgm:presLayoutVars>
          <dgm:chMax val="0"/>
          <dgm:bulletEnabled val="1"/>
        </dgm:presLayoutVars>
      </dgm:prSet>
      <dgm:spPr/>
    </dgm:pt>
    <dgm:pt modelId="{B2F467E3-DCC1-4B3E-B2C1-EF21FBD13DF2}" type="pres">
      <dgm:prSet presAssocID="{E720AADF-A7F1-40DD-A8D1-6F19D7121090}" presName="negativeSpace" presStyleCnt="0"/>
      <dgm:spPr/>
    </dgm:pt>
    <dgm:pt modelId="{61948C22-1610-4ECF-8B6F-09226636CC15}" type="pres">
      <dgm:prSet presAssocID="{E720AADF-A7F1-40DD-A8D1-6F19D7121090}" presName="childText" presStyleLbl="conFgAcc1" presStyleIdx="3" presStyleCnt="4" custLinFactX="-8621" custLinFactY="-2743" custLinFactNeighborX="-100000" custLinFactNeighborY="-100000">
        <dgm:presLayoutVars>
          <dgm:bulletEnabled val="1"/>
        </dgm:presLayoutVars>
      </dgm:prSet>
      <dgm:spPr/>
    </dgm:pt>
  </dgm:ptLst>
  <dgm:cxnLst>
    <dgm:cxn modelId="{91382C0F-9B90-443D-A590-FA76DB9A9FA8}" type="presOf" srcId="{E720AADF-A7F1-40DD-A8D1-6F19D7121090}" destId="{2651B706-259B-41E0-BE39-E64D1219EF7D}" srcOrd="1" destOrd="0" presId="urn:microsoft.com/office/officeart/2005/8/layout/list1"/>
    <dgm:cxn modelId="{213C5012-5BB9-499E-9DAB-311766EA1E3E}" type="presOf" srcId="{8AAE2599-B168-4E01-A12B-62564786D104}" destId="{9C0D17F4-4164-4810-81D0-F77A2ED9E3B2}" srcOrd="1" destOrd="0" presId="urn:microsoft.com/office/officeart/2005/8/layout/list1"/>
    <dgm:cxn modelId="{64AB7919-B888-4DDF-AB9C-2A1E53C38AC1}" type="presOf" srcId="{D91C02A0-A28E-487F-A31C-FC348B1CEEE8}" destId="{5DEC277F-3FE4-43A5-B9A7-1190B3549ABA}" srcOrd="0" destOrd="0" presId="urn:microsoft.com/office/officeart/2005/8/layout/list1"/>
    <dgm:cxn modelId="{4C35A71B-4110-4C24-8463-0F915543422A}" srcId="{8AAE2599-B168-4E01-A12B-62564786D104}" destId="{D91C02A0-A28E-487F-A31C-FC348B1CEEE8}" srcOrd="0" destOrd="0" parTransId="{013DDEEE-D9FB-4755-8101-C7C7459CF8D9}" sibTransId="{C739D63E-AD9B-46D6-AF4A-308DC85887A5}"/>
    <dgm:cxn modelId="{7DF78920-058C-410D-82D7-D7D831AD46F5}" srcId="{7DB37F08-B55B-4B14-9054-25AE19E01F76}" destId="{612F64B2-1B30-4830-A46D-EC9F9A763BE8}" srcOrd="2" destOrd="0" parTransId="{F4C481F5-2253-48A0-96F2-74C7B1C080CF}" sibTransId="{618C51CC-97B4-47A0-B7D3-B65214815FC9}"/>
    <dgm:cxn modelId="{E1C14428-F0C6-40B7-B244-34C150E1467E}" srcId="{E720AADF-A7F1-40DD-A8D1-6F19D7121090}" destId="{F5FDCA0F-38F2-433F-9BCA-1EB85BF61709}" srcOrd="0" destOrd="0" parTransId="{4EB4AB49-FE86-4DCA-8F1F-3A8CCCC617DD}" sibTransId="{E905FAB3-57FB-4D2A-A976-8656BF8A3543}"/>
    <dgm:cxn modelId="{8B6E9C2A-986D-4D00-AFE3-C26F0C711AF1}" type="presOf" srcId="{B98D8770-3CB9-4B97-BBB6-A5B715E97E3F}" destId="{1EDEDB4A-23BE-4418-8B27-D39C5FBDAFF3}" srcOrd="0" destOrd="0" presId="urn:microsoft.com/office/officeart/2005/8/layout/list1"/>
    <dgm:cxn modelId="{D7E7CF2B-841E-4410-8C5B-386ACB125C56}" srcId="{67FC6F4B-9725-4004-9682-6B7773E9FACA}" destId="{7DB37F08-B55B-4B14-9054-25AE19E01F76}" srcOrd="1" destOrd="0" parTransId="{5892A4F1-5050-48DC-85DD-3E10CF74EAD8}" sibTransId="{00C93A2A-86C3-4E0E-88C0-1FE67CF5A05F}"/>
    <dgm:cxn modelId="{4746C133-D123-4829-B30D-D9F5CDCFED73}" srcId="{7DB37F08-B55B-4B14-9054-25AE19E01F76}" destId="{1EA544D1-A564-4621-9188-32B7F9D17421}" srcOrd="3" destOrd="0" parTransId="{AD6CDFD6-7CB7-4EAD-B6E4-13281FBF953A}" sibTransId="{B5BA6580-9219-40BF-869D-EF35C50FA5D6}"/>
    <dgm:cxn modelId="{7F57D939-E2D6-480B-8C10-A4C4F6ABFECD}" type="presOf" srcId="{1EA544D1-A564-4621-9188-32B7F9D17421}" destId="{B0ED1D48-73A8-4006-BFF6-79A2046D30CC}" srcOrd="0" destOrd="3" presId="urn:microsoft.com/office/officeart/2005/8/layout/list1"/>
    <dgm:cxn modelId="{B2D21666-56E7-4F28-A1F3-A6C9352E92B7}" srcId="{01823134-6E01-4E0A-9E3C-05BD10505644}" destId="{32A90E3B-96A1-43A9-8791-B80D9C15AED4}" srcOrd="1" destOrd="0" parTransId="{A5712AFF-DE66-4681-B1C1-6E32EA99F2D7}" sibTransId="{D0C02EB5-1292-49DC-A7A1-934FAFC27E6D}"/>
    <dgm:cxn modelId="{F0E2FB6F-A5C8-426E-BA87-BAE7D3B11B7D}" type="presOf" srcId="{746D007C-6498-44C8-A4BC-FD50CBF31C93}" destId="{B0ED1D48-73A8-4006-BFF6-79A2046D30CC}" srcOrd="0" destOrd="0" presId="urn:microsoft.com/office/officeart/2005/8/layout/list1"/>
    <dgm:cxn modelId="{53872671-6C63-4C3C-9323-1AA9F2096AE3}" srcId="{01823134-6E01-4E0A-9E3C-05BD10505644}" destId="{B98D8770-3CB9-4B97-BBB6-A5B715E97E3F}" srcOrd="0" destOrd="0" parTransId="{F6C8B8AB-BE96-42A4-9732-3B05159D33D5}" sibTransId="{E298ACBC-BDCD-46FF-95EF-0EE8171A0CC4}"/>
    <dgm:cxn modelId="{23D31172-A311-438A-95A0-3D98EB38DC69}" type="presOf" srcId="{67FC6F4B-9725-4004-9682-6B7773E9FACA}" destId="{54193438-D791-4F8E-847A-7B11321F136D}" srcOrd="0" destOrd="0" presId="urn:microsoft.com/office/officeart/2005/8/layout/list1"/>
    <dgm:cxn modelId="{86CEA374-FF47-4B18-8574-AB456BA7C8A3}" type="presOf" srcId="{8AAE2599-B168-4E01-A12B-62564786D104}" destId="{0DA049F8-EF9B-45CE-A07B-D243575CB5F4}" srcOrd="0" destOrd="0" presId="urn:microsoft.com/office/officeart/2005/8/layout/list1"/>
    <dgm:cxn modelId="{36FC7388-F5D5-49D2-977D-AD3297EB2566}" srcId="{8AAE2599-B168-4E01-A12B-62564786D104}" destId="{6DFA7AF0-DB06-4AD4-A669-34A045E138C6}" srcOrd="1" destOrd="0" parTransId="{51C6150A-4C4C-45E0-B4D6-5D5AEF4CC08E}" sibTransId="{B49D9090-88D8-4D92-86A6-FED2E4E1FA28}"/>
    <dgm:cxn modelId="{C9820A91-A76B-4121-9A8F-C2259A3D8287}" srcId="{E720AADF-A7F1-40DD-A8D1-6F19D7121090}" destId="{A576E861-95E2-409B-896E-4657097FA894}" srcOrd="1" destOrd="0" parTransId="{9EACF331-AD7F-43F5-A85A-B4FAB5893181}" sibTransId="{C585A3E5-B2B7-4FCE-A3E0-84167A432DAA}"/>
    <dgm:cxn modelId="{505ED296-21C3-474B-B9CB-1F69448E613C}" type="presOf" srcId="{01823134-6E01-4E0A-9E3C-05BD10505644}" destId="{96A03DC7-B069-4AC3-8DEC-0BF40B40A85B}" srcOrd="1" destOrd="0" presId="urn:microsoft.com/office/officeart/2005/8/layout/list1"/>
    <dgm:cxn modelId="{C8A0F796-83D9-498A-8B6D-05FC0228B031}" srcId="{67FC6F4B-9725-4004-9682-6B7773E9FACA}" destId="{01823134-6E01-4E0A-9E3C-05BD10505644}" srcOrd="2" destOrd="0" parTransId="{CDF0020B-98CD-444B-AF93-15B46F71BCE0}" sibTransId="{9FCDA6F5-0407-46CA-897D-C386ECB0DDBB}"/>
    <dgm:cxn modelId="{B2912197-218A-438E-A211-8DD87C1F7FFC}" type="presOf" srcId="{A576E861-95E2-409B-896E-4657097FA894}" destId="{61948C22-1610-4ECF-8B6F-09226636CC15}" srcOrd="0" destOrd="1" presId="urn:microsoft.com/office/officeart/2005/8/layout/list1"/>
    <dgm:cxn modelId="{400021B7-D449-4A60-B681-6D04999D79A6}" srcId="{7DB37F08-B55B-4B14-9054-25AE19E01F76}" destId="{746D007C-6498-44C8-A4BC-FD50CBF31C93}" srcOrd="0" destOrd="0" parTransId="{10EC8EE8-3187-4566-B2CD-BDC7181C4A0B}" sibTransId="{9652945A-5353-4AFB-AA35-099516CC5025}"/>
    <dgm:cxn modelId="{A46E90CB-B2FA-46B0-A92B-166DDBB245FF}" type="presOf" srcId="{50D9C742-E6F5-407A-8A0F-7B6A4BC5D4EB}" destId="{B0ED1D48-73A8-4006-BFF6-79A2046D30CC}" srcOrd="0" destOrd="1" presId="urn:microsoft.com/office/officeart/2005/8/layout/list1"/>
    <dgm:cxn modelId="{EB40ECD4-CFF2-425D-B40F-73BCF1028FD1}" srcId="{7DB37F08-B55B-4B14-9054-25AE19E01F76}" destId="{50D9C742-E6F5-407A-8A0F-7B6A4BC5D4EB}" srcOrd="1" destOrd="0" parTransId="{E2AE6593-ADF3-468B-A693-7EE72D6DE956}" sibTransId="{BD87D1BA-AFBF-4E38-8424-112A0FBE56FE}"/>
    <dgm:cxn modelId="{93DF1FD7-1F3E-4584-9386-C3EEA8C210CF}" type="presOf" srcId="{F5FDCA0F-38F2-433F-9BCA-1EB85BF61709}" destId="{61948C22-1610-4ECF-8B6F-09226636CC15}" srcOrd="0" destOrd="0" presId="urn:microsoft.com/office/officeart/2005/8/layout/list1"/>
    <dgm:cxn modelId="{A95B18D8-03BA-4C40-8701-00797A1A3C74}" srcId="{67FC6F4B-9725-4004-9682-6B7773E9FACA}" destId="{E720AADF-A7F1-40DD-A8D1-6F19D7121090}" srcOrd="3" destOrd="0" parTransId="{F545D2AE-9BDF-4808-AB00-111CB8A007B6}" sibTransId="{5F29FCB8-C301-4627-A70B-2CEF8A13F4F4}"/>
    <dgm:cxn modelId="{E9779CD8-0FB1-4B6F-9303-23D7B75684F1}" type="presOf" srcId="{7DB37F08-B55B-4B14-9054-25AE19E01F76}" destId="{2F3C6247-1F71-4F56-B396-43C33C15D759}" srcOrd="0" destOrd="0" presId="urn:microsoft.com/office/officeart/2005/8/layout/list1"/>
    <dgm:cxn modelId="{03BEF8DA-B238-4F9E-B50C-A3F5BD5DE2C4}" type="presOf" srcId="{01823134-6E01-4E0A-9E3C-05BD10505644}" destId="{5952E32C-4A9C-4B92-BE4C-1B241ACC0588}" srcOrd="0" destOrd="0" presId="urn:microsoft.com/office/officeart/2005/8/layout/list1"/>
    <dgm:cxn modelId="{FD53DFDC-4315-4ADB-AA17-42CCA9C9130B}" type="presOf" srcId="{32A90E3B-96A1-43A9-8791-B80D9C15AED4}" destId="{1EDEDB4A-23BE-4418-8B27-D39C5FBDAFF3}" srcOrd="0" destOrd="1" presId="urn:microsoft.com/office/officeart/2005/8/layout/list1"/>
    <dgm:cxn modelId="{FD8F9CE1-327A-4D39-9881-9034C379E5FD}" type="presOf" srcId="{E720AADF-A7F1-40DD-A8D1-6F19D7121090}" destId="{5CF2B9FF-834D-42D8-9331-C6503565EC87}" srcOrd="0" destOrd="0" presId="urn:microsoft.com/office/officeart/2005/8/layout/list1"/>
    <dgm:cxn modelId="{58AB1CE4-92E9-4BFE-A9B6-735A345E7374}" type="presOf" srcId="{612F64B2-1B30-4830-A46D-EC9F9A763BE8}" destId="{B0ED1D48-73A8-4006-BFF6-79A2046D30CC}" srcOrd="0" destOrd="2" presId="urn:microsoft.com/office/officeart/2005/8/layout/list1"/>
    <dgm:cxn modelId="{E5EFDCE8-9C1D-420E-AA5C-9B87A42CDE37}" srcId="{67FC6F4B-9725-4004-9682-6B7773E9FACA}" destId="{8AAE2599-B168-4E01-A12B-62564786D104}" srcOrd="0" destOrd="0" parTransId="{1D98E718-80DD-4C87-ADAE-2FE2057BC302}" sibTransId="{C5B641CA-B374-4330-ACC9-11E65D75DA38}"/>
    <dgm:cxn modelId="{B9F9BAF0-F63C-451A-9C47-FC159DD753C5}" type="presOf" srcId="{7DB37F08-B55B-4B14-9054-25AE19E01F76}" destId="{5C3ED794-0ED4-4BC9-8EC5-6D8E029CCA45}" srcOrd="1" destOrd="0" presId="urn:microsoft.com/office/officeart/2005/8/layout/list1"/>
    <dgm:cxn modelId="{C33328F4-CD15-4A10-B480-BEEC543BFEA7}" type="presOf" srcId="{6DFA7AF0-DB06-4AD4-A669-34A045E138C6}" destId="{5DEC277F-3FE4-43A5-B9A7-1190B3549ABA}" srcOrd="0" destOrd="1" presId="urn:microsoft.com/office/officeart/2005/8/layout/list1"/>
    <dgm:cxn modelId="{9092B344-356A-4BEC-90BB-0089B941B1E4}" type="presParOf" srcId="{54193438-D791-4F8E-847A-7B11321F136D}" destId="{A610B688-0621-4001-B01D-3DF387A75B91}" srcOrd="0" destOrd="0" presId="urn:microsoft.com/office/officeart/2005/8/layout/list1"/>
    <dgm:cxn modelId="{3DAB87FA-31DF-4860-A6E7-326BCC3E71D2}" type="presParOf" srcId="{A610B688-0621-4001-B01D-3DF387A75B91}" destId="{0DA049F8-EF9B-45CE-A07B-D243575CB5F4}" srcOrd="0" destOrd="0" presId="urn:microsoft.com/office/officeart/2005/8/layout/list1"/>
    <dgm:cxn modelId="{0D4FD52C-0A14-45E2-A38D-01F647955FC9}" type="presParOf" srcId="{A610B688-0621-4001-B01D-3DF387A75B91}" destId="{9C0D17F4-4164-4810-81D0-F77A2ED9E3B2}" srcOrd="1" destOrd="0" presId="urn:microsoft.com/office/officeart/2005/8/layout/list1"/>
    <dgm:cxn modelId="{AFA5EBD8-A2B8-431A-A9C8-1E65D09123AA}" type="presParOf" srcId="{54193438-D791-4F8E-847A-7B11321F136D}" destId="{93E00FDB-4CDC-4520-9D12-A067FAF25D28}" srcOrd="1" destOrd="0" presId="urn:microsoft.com/office/officeart/2005/8/layout/list1"/>
    <dgm:cxn modelId="{271FC8F8-E605-472E-AF01-7D6E7F9A42BC}" type="presParOf" srcId="{54193438-D791-4F8E-847A-7B11321F136D}" destId="{5DEC277F-3FE4-43A5-B9A7-1190B3549ABA}" srcOrd="2" destOrd="0" presId="urn:microsoft.com/office/officeart/2005/8/layout/list1"/>
    <dgm:cxn modelId="{CC6E6831-4132-458E-AF7B-0B1C91071638}" type="presParOf" srcId="{54193438-D791-4F8E-847A-7B11321F136D}" destId="{8D25F399-12EE-4E6F-AF2A-D97D6BC47DEA}" srcOrd="3" destOrd="0" presId="urn:microsoft.com/office/officeart/2005/8/layout/list1"/>
    <dgm:cxn modelId="{3F7504AB-5432-4DB4-BD6B-CAB262F7D98B}" type="presParOf" srcId="{54193438-D791-4F8E-847A-7B11321F136D}" destId="{8ED57CFA-E05C-40B6-867E-2BBA233F6C77}" srcOrd="4" destOrd="0" presId="urn:microsoft.com/office/officeart/2005/8/layout/list1"/>
    <dgm:cxn modelId="{030502AF-2C82-4A10-8845-E5B80F8C74FC}" type="presParOf" srcId="{8ED57CFA-E05C-40B6-867E-2BBA233F6C77}" destId="{2F3C6247-1F71-4F56-B396-43C33C15D759}" srcOrd="0" destOrd="0" presId="urn:microsoft.com/office/officeart/2005/8/layout/list1"/>
    <dgm:cxn modelId="{7E359D87-1C7C-4A9E-ADD2-8DD8D32EB96A}" type="presParOf" srcId="{8ED57CFA-E05C-40B6-867E-2BBA233F6C77}" destId="{5C3ED794-0ED4-4BC9-8EC5-6D8E029CCA45}" srcOrd="1" destOrd="0" presId="urn:microsoft.com/office/officeart/2005/8/layout/list1"/>
    <dgm:cxn modelId="{FC4F2FE7-5D9E-4256-8ACC-3693ABC8CF6B}" type="presParOf" srcId="{54193438-D791-4F8E-847A-7B11321F136D}" destId="{4051C454-3271-4B36-BF0F-38DAD1FD193C}" srcOrd="5" destOrd="0" presId="urn:microsoft.com/office/officeart/2005/8/layout/list1"/>
    <dgm:cxn modelId="{B2AFE592-DFAD-4B8C-A5C8-34E4F9CCDB3C}" type="presParOf" srcId="{54193438-D791-4F8E-847A-7B11321F136D}" destId="{B0ED1D48-73A8-4006-BFF6-79A2046D30CC}" srcOrd="6" destOrd="0" presId="urn:microsoft.com/office/officeart/2005/8/layout/list1"/>
    <dgm:cxn modelId="{A60F5EAB-3C6E-4D9A-B08A-5C6863D11857}" type="presParOf" srcId="{54193438-D791-4F8E-847A-7B11321F136D}" destId="{E94EA2E4-A16B-4B23-B17B-6A2BBF5B3DA8}" srcOrd="7" destOrd="0" presId="urn:microsoft.com/office/officeart/2005/8/layout/list1"/>
    <dgm:cxn modelId="{57815B01-6E9E-4428-AF6A-296AE64E3F8F}" type="presParOf" srcId="{54193438-D791-4F8E-847A-7B11321F136D}" destId="{041AC677-60C9-42EB-B76A-BF3087190F4C}" srcOrd="8" destOrd="0" presId="urn:microsoft.com/office/officeart/2005/8/layout/list1"/>
    <dgm:cxn modelId="{D9C88E52-76E1-45FA-A58F-5DD71BEDEDA9}" type="presParOf" srcId="{041AC677-60C9-42EB-B76A-BF3087190F4C}" destId="{5952E32C-4A9C-4B92-BE4C-1B241ACC0588}" srcOrd="0" destOrd="0" presId="urn:microsoft.com/office/officeart/2005/8/layout/list1"/>
    <dgm:cxn modelId="{A2B0F515-2BEE-46CD-9C27-6F3BCFCB571A}" type="presParOf" srcId="{041AC677-60C9-42EB-B76A-BF3087190F4C}" destId="{96A03DC7-B069-4AC3-8DEC-0BF40B40A85B}" srcOrd="1" destOrd="0" presId="urn:microsoft.com/office/officeart/2005/8/layout/list1"/>
    <dgm:cxn modelId="{28B2D283-0A6F-48B0-95E4-09A8315FFF4E}" type="presParOf" srcId="{54193438-D791-4F8E-847A-7B11321F136D}" destId="{1D8D5747-55C0-4C6B-AB66-E37290703A76}" srcOrd="9" destOrd="0" presId="urn:microsoft.com/office/officeart/2005/8/layout/list1"/>
    <dgm:cxn modelId="{EA599282-6246-4D01-8839-1576570D5C45}" type="presParOf" srcId="{54193438-D791-4F8E-847A-7B11321F136D}" destId="{1EDEDB4A-23BE-4418-8B27-D39C5FBDAFF3}" srcOrd="10" destOrd="0" presId="urn:microsoft.com/office/officeart/2005/8/layout/list1"/>
    <dgm:cxn modelId="{79537CC3-8E5E-4B9D-807F-2ACD8ABEE968}" type="presParOf" srcId="{54193438-D791-4F8E-847A-7B11321F136D}" destId="{CAD9F9FA-0930-4288-8489-E99783B76ED8}" srcOrd="11" destOrd="0" presId="urn:microsoft.com/office/officeart/2005/8/layout/list1"/>
    <dgm:cxn modelId="{F6347470-6906-4E32-8FEA-6F16697DF0D2}" type="presParOf" srcId="{54193438-D791-4F8E-847A-7B11321F136D}" destId="{94702080-6FE5-4C1B-A3F2-FAA9AC8FD43E}" srcOrd="12" destOrd="0" presId="urn:microsoft.com/office/officeart/2005/8/layout/list1"/>
    <dgm:cxn modelId="{2A11FE85-027A-4918-98B8-0CB43C05DC3E}" type="presParOf" srcId="{94702080-6FE5-4C1B-A3F2-FAA9AC8FD43E}" destId="{5CF2B9FF-834D-42D8-9331-C6503565EC87}" srcOrd="0" destOrd="0" presId="urn:microsoft.com/office/officeart/2005/8/layout/list1"/>
    <dgm:cxn modelId="{7849579A-E437-4D20-BF43-9BDD70E460A9}" type="presParOf" srcId="{94702080-6FE5-4C1B-A3F2-FAA9AC8FD43E}" destId="{2651B706-259B-41E0-BE39-E64D1219EF7D}" srcOrd="1" destOrd="0" presId="urn:microsoft.com/office/officeart/2005/8/layout/list1"/>
    <dgm:cxn modelId="{D118A8CE-AF0D-455D-ACE9-01129429DEA0}" type="presParOf" srcId="{54193438-D791-4F8E-847A-7B11321F136D}" destId="{B2F467E3-DCC1-4B3E-B2C1-EF21FBD13DF2}" srcOrd="13" destOrd="0" presId="urn:microsoft.com/office/officeart/2005/8/layout/list1"/>
    <dgm:cxn modelId="{417E0A56-B1A0-4693-AEDA-0DB88470C22B}" type="presParOf" srcId="{54193438-D791-4F8E-847A-7B11321F136D}" destId="{61948C22-1610-4ECF-8B6F-09226636CC15}" srcOrd="14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9434FA-37E6-4CE7-AF45-0A31F5E47BE5}" type="doc">
      <dgm:prSet loTypeId="urn:microsoft.com/office/officeart/2005/8/layout/vList2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8007B-DD90-4F8A-8F82-C14663C6C207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</dgm:spPr>
      <dgm:t>
        <a:bodyPr/>
        <a:lstStyle/>
        <a:p>
          <a:pPr algn="ctr" rtl="0"/>
          <a:r>
            <a:rPr lang="en-US" sz="3200" b="1" dirty="0">
              <a:latin typeface="Garamond" panose="02020404030301010803" pitchFamily="18" charset="0"/>
            </a:rPr>
            <a:t>Hospital </a:t>
          </a:r>
          <a:r>
            <a:rPr lang="en-US" sz="3200" b="1" dirty="0" err="1">
              <a:latin typeface="Garamond" panose="02020404030301010803" pitchFamily="18" charset="0"/>
            </a:rPr>
            <a:t>Geral</a:t>
          </a:r>
          <a:r>
            <a:rPr lang="en-US" sz="3200" b="1" dirty="0">
              <a:latin typeface="Garamond" panose="02020404030301010803" pitchFamily="18" charset="0"/>
            </a:rPr>
            <a:t> Jos</a:t>
          </a:r>
          <a:r>
            <a:rPr lang="pt-PT" sz="3200" b="1" dirty="0">
              <a:latin typeface="Garamond" panose="02020404030301010803" pitchFamily="18" charset="0"/>
            </a:rPr>
            <a:t>é</a:t>
          </a:r>
          <a:r>
            <a:rPr lang="en-US" sz="3200" b="1" dirty="0">
              <a:latin typeface="Garamond" panose="02020404030301010803" pitchFamily="18" charset="0"/>
            </a:rPr>
            <a:t> Macamo</a:t>
          </a:r>
        </a:p>
      </dgm:t>
    </dgm:pt>
    <dgm:pt modelId="{B44983DF-868B-4B54-891E-4935EB3AB155}" type="parTrans" cxnId="{38479412-99C5-449E-B38D-60786A76908E}">
      <dgm:prSet/>
      <dgm:spPr/>
      <dgm:t>
        <a:bodyPr/>
        <a:lstStyle/>
        <a:p>
          <a:endParaRPr lang="en-US"/>
        </a:p>
      </dgm:t>
    </dgm:pt>
    <dgm:pt modelId="{33D14A66-8812-40AE-AA28-279FC938F5DF}" type="sibTrans" cxnId="{38479412-99C5-449E-B38D-60786A76908E}">
      <dgm:prSet/>
      <dgm:spPr/>
      <dgm:t>
        <a:bodyPr/>
        <a:lstStyle/>
        <a:p>
          <a:endParaRPr lang="en-US"/>
        </a:p>
      </dgm:t>
    </dgm:pt>
    <dgm:pt modelId="{2F744F07-34C3-41E0-9983-118E17D07BFE}" type="pres">
      <dgm:prSet presAssocID="{5C9434FA-37E6-4CE7-AF45-0A31F5E47BE5}" presName="linear" presStyleCnt="0">
        <dgm:presLayoutVars>
          <dgm:animLvl val="lvl"/>
          <dgm:resizeHandles val="exact"/>
        </dgm:presLayoutVars>
      </dgm:prSet>
      <dgm:spPr/>
    </dgm:pt>
    <dgm:pt modelId="{DC122EF6-558E-4B46-B9F3-F5EEF68178D5}" type="pres">
      <dgm:prSet presAssocID="{9A88007B-DD90-4F8A-8F82-C14663C6C207}" presName="parentText" presStyleLbl="node1" presStyleIdx="0" presStyleCnt="1" custLinFactNeighborX="31642" custLinFactNeighborY="1722">
        <dgm:presLayoutVars>
          <dgm:chMax val="0"/>
          <dgm:bulletEnabled val="1"/>
        </dgm:presLayoutVars>
      </dgm:prSet>
      <dgm:spPr/>
    </dgm:pt>
  </dgm:ptLst>
  <dgm:cxnLst>
    <dgm:cxn modelId="{38479412-99C5-449E-B38D-60786A76908E}" srcId="{5C9434FA-37E6-4CE7-AF45-0A31F5E47BE5}" destId="{9A88007B-DD90-4F8A-8F82-C14663C6C207}" srcOrd="0" destOrd="0" parTransId="{B44983DF-868B-4B54-891E-4935EB3AB155}" sibTransId="{33D14A66-8812-40AE-AA28-279FC938F5DF}"/>
    <dgm:cxn modelId="{05157C66-CF45-4E88-811F-69B3B0053E48}" type="presOf" srcId="{5C9434FA-37E6-4CE7-AF45-0A31F5E47BE5}" destId="{2F744F07-34C3-41E0-9983-118E17D07BFE}" srcOrd="0" destOrd="0" presId="urn:microsoft.com/office/officeart/2005/8/layout/vList2"/>
    <dgm:cxn modelId="{517D85DC-D8E2-4634-98C3-5F49111F859D}" type="presOf" srcId="{9A88007B-DD90-4F8A-8F82-C14663C6C207}" destId="{DC122EF6-558E-4B46-B9F3-F5EEF68178D5}" srcOrd="0" destOrd="0" presId="urn:microsoft.com/office/officeart/2005/8/layout/vList2"/>
    <dgm:cxn modelId="{C8839264-3723-4098-8E6E-840F9BF4D84C}" type="presParOf" srcId="{2F744F07-34C3-41E0-9983-118E17D07BFE}" destId="{DC122EF6-558E-4B46-B9F3-F5EEF68178D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A6EB24-5FBD-4781-B942-2EB690FEA44D}" type="doc">
      <dgm:prSet loTypeId="urn:microsoft.com/office/officeart/2005/8/layout/chevron2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2F8B66-B5AF-4466-AAF6-02E8D1A027D4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1</a:t>
          </a:r>
          <a:endParaRPr lang="en-US" sz="2400" b="1" dirty="0">
            <a:latin typeface="Garamond" pitchFamily="18" charset="0"/>
          </a:endParaRPr>
        </a:p>
      </dgm:t>
    </dgm:pt>
    <dgm:pt modelId="{9613510E-136C-4D79-8038-672746BAADFF}" type="parTrans" cxnId="{169B2E31-7B77-4CED-978C-E33763051265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87C7DE4-89F1-44C9-9580-ABBD0D457E40}" type="sibTrans" cxnId="{169B2E31-7B77-4CED-978C-E33763051265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4B2A4B6-6510-4EDE-8CAE-DD8DA0B688FC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solidFill>
                <a:srgbClr val="000000"/>
              </a:solidFill>
              <a:latin typeface="Garamond" panose="02020404030301010803" pitchFamily="18" charset="0"/>
              <a:ea typeface="Arial Unicode MS" pitchFamily="34" charset="-128"/>
              <a:cs typeface="Tahoma" pitchFamily="34" charset="0"/>
            </a:rPr>
            <a:t>Centro de Saúde José Macamo  </a:t>
          </a:r>
          <a:endParaRPr lang="en-US" sz="2400" b="1" dirty="0">
            <a:latin typeface="Garamond" pitchFamily="18" charset="0"/>
          </a:endParaRPr>
        </a:p>
      </dgm:t>
    </dgm:pt>
    <dgm:pt modelId="{57CCFC00-80C0-4CA0-A522-D43591D96BEA}" type="parTrans" cxnId="{3F1B5F73-9CA0-4077-AE68-A8119323FE3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A4284AC-23C5-458C-AC60-7F4185C28D0F}" type="sibTrans" cxnId="{3F1B5F73-9CA0-4077-AE68-A8119323FE3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C5F47699-C3B5-4579-A806-EAE4888038B0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2</a:t>
          </a:r>
          <a:endParaRPr lang="en-US" sz="2400" b="1" dirty="0">
            <a:latin typeface="Garamond" pitchFamily="18" charset="0"/>
          </a:endParaRPr>
        </a:p>
      </dgm:t>
    </dgm:pt>
    <dgm:pt modelId="{AFFCB94C-50A7-4658-99BA-B8749B6C3DAC}" type="parTrans" cxnId="{D75A9B0F-2634-494B-8ED3-B6A977D41763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2B2AA968-B8C4-40C5-AA7B-A0F5B4C77F88}" type="sibTrans" cxnId="{D75A9B0F-2634-494B-8ED3-B6A977D41763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D7C3F63-F2CE-4FCC-9954-AD1E5B0E91ED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3</a:t>
          </a:r>
          <a:endParaRPr lang="en-US" sz="2400" b="1" dirty="0">
            <a:latin typeface="Garamond" pitchFamily="18" charset="0"/>
          </a:endParaRPr>
        </a:p>
      </dgm:t>
    </dgm:pt>
    <dgm:pt modelId="{1A4B88CA-BFAF-4A71-8C80-CE8E000F56B1}" type="parTrans" cxnId="{39C9B880-F050-4144-A4BF-423B1F6F00DA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668DEED5-5BD0-48D0-AF77-3A3A02687D1D}" type="sibTrans" cxnId="{39C9B880-F050-4144-A4BF-423B1F6F00DA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B98549AA-7F81-4611-920E-1F3F302C8855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4</a:t>
          </a:r>
          <a:endParaRPr lang="en-US" sz="2400" b="1" dirty="0">
            <a:latin typeface="Garamond" pitchFamily="18" charset="0"/>
          </a:endParaRPr>
        </a:p>
      </dgm:t>
    </dgm:pt>
    <dgm:pt modelId="{190E5296-D319-4940-B7AC-D840B5D1C1C7}" type="parTrans" cxnId="{582A9CB3-8BBD-4230-A384-E4B0A29C6FD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1AE4D8CE-09B8-4EA0-98DA-4322887726EF}" type="sibTrans" cxnId="{582A9CB3-8BBD-4230-A384-E4B0A29C6FD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DCE6C7F-1D0D-48CE-9E1A-9BBA3A499D83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8</a:t>
          </a:r>
          <a:endParaRPr lang="en-US" sz="2400" b="1" dirty="0">
            <a:latin typeface="Garamond" pitchFamily="18" charset="0"/>
          </a:endParaRPr>
        </a:p>
      </dgm:t>
    </dgm:pt>
    <dgm:pt modelId="{03C3E65B-2E15-440C-9DBB-2BC63A4AAE46}" type="parTrans" cxnId="{187FCD44-FF04-4A91-A9C3-553A46E4EA27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81EA3C2D-E382-44E9-A9F2-0D23ACD4B368}" type="sibTrans" cxnId="{187FCD44-FF04-4A91-A9C3-553A46E4EA27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7E6F8974-40EE-4F1D-B247-B7832B0D3E3A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Incassane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E5078309-53A1-498E-A3E5-6629378E4B0E}" type="parTrans" cxnId="{E39695C9-F96A-41C5-A448-D870512B1F50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71B0EDE3-758D-4BBC-BEB3-7D827C4D2237}" type="sibTrans" cxnId="{E39695C9-F96A-41C5-A448-D870512B1F50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8A738D44-1AE9-4C83-997B-5805D6917D80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Bagamoyo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2F1971A5-6247-4506-8B47-EB9CEA06AFFC}" type="parTrans" cxnId="{30C7F0BD-8A15-4252-B8E4-29C348C01B0F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37D03756-769C-44B2-95B1-9A854770A08D}" type="sibTrans" cxnId="{30C7F0BD-8A15-4252-B8E4-29C348C01B0F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2964A3C7-74BC-4BB8-94BD-49CC64A6FAF6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Catembe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B135533E-688D-4FB8-82E4-57337D6B95F1}" type="parTrans" cxnId="{1FC1C6A0-7390-4917-9C44-9CB742461B72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EC48686-86F5-4D62-B90E-088B33974EE2}" type="sibTrans" cxnId="{1FC1C6A0-7390-4917-9C44-9CB742461B72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657E2A54-3C23-4FD7-AE78-8CE9A7412960}">
      <dgm:prSet custT="1"/>
      <dgm:spPr/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9</a:t>
          </a:r>
        </a:p>
      </dgm:t>
    </dgm:pt>
    <dgm:pt modelId="{94C9F7A1-8F41-41FA-B862-249D3095DB99}" type="parTrans" cxnId="{CAD5977F-5FB1-4BB0-A6EF-8CAB70F18454}">
      <dgm:prSet/>
      <dgm:spPr/>
      <dgm:t>
        <a:bodyPr/>
        <a:lstStyle/>
        <a:p>
          <a:endParaRPr lang="en-US"/>
        </a:p>
      </dgm:t>
    </dgm:pt>
    <dgm:pt modelId="{E18B77E6-7A53-401B-9AA8-54883E35AF68}" type="sibTrans" cxnId="{CAD5977F-5FB1-4BB0-A6EF-8CAB70F18454}">
      <dgm:prSet/>
      <dgm:spPr/>
      <dgm:t>
        <a:bodyPr/>
        <a:lstStyle/>
        <a:p>
          <a:endParaRPr lang="en-US"/>
        </a:p>
      </dgm:t>
    </dgm:pt>
    <dgm:pt modelId="{BB55D9CC-907B-4B85-8E3B-8AD803A6F612}">
      <dgm:prSet custT="1"/>
      <dgm:spPr/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6</a:t>
          </a:r>
        </a:p>
      </dgm:t>
    </dgm:pt>
    <dgm:pt modelId="{3C24C7A8-85DA-4B25-BDEC-994F91C06FF2}" type="parTrans" cxnId="{F987B4A8-D42E-4E25-82F6-85579597ABED}">
      <dgm:prSet/>
      <dgm:spPr/>
      <dgm:t>
        <a:bodyPr/>
        <a:lstStyle/>
        <a:p>
          <a:endParaRPr lang="en-US"/>
        </a:p>
      </dgm:t>
    </dgm:pt>
    <dgm:pt modelId="{B9F7AC34-1FAA-44E3-A45D-4531F3A6D141}" type="sibTrans" cxnId="{F987B4A8-D42E-4E25-82F6-85579597ABED}">
      <dgm:prSet/>
      <dgm:spPr/>
      <dgm:t>
        <a:bodyPr/>
        <a:lstStyle/>
        <a:p>
          <a:endParaRPr lang="en-US"/>
        </a:p>
      </dgm:t>
    </dgm:pt>
    <dgm:pt modelId="{D72E137C-927E-4317-B46D-4BDDD4795C3C}">
      <dgm:prSet custT="1"/>
      <dgm:spPr/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5</a:t>
          </a:r>
        </a:p>
      </dgm:t>
    </dgm:pt>
    <dgm:pt modelId="{EAFF16A9-D6EB-4882-B0CE-A21293819F00}" type="parTrans" cxnId="{D65D2BAC-581A-46E7-9BBB-AC6F839ACCA0}">
      <dgm:prSet/>
      <dgm:spPr/>
      <dgm:t>
        <a:bodyPr/>
        <a:lstStyle/>
        <a:p>
          <a:endParaRPr lang="en-US"/>
        </a:p>
      </dgm:t>
    </dgm:pt>
    <dgm:pt modelId="{6ED29AC1-27CB-4EAD-9633-91549201F19A}" type="sibTrans" cxnId="{D65D2BAC-581A-46E7-9BBB-AC6F839ACCA0}">
      <dgm:prSet/>
      <dgm:spPr/>
      <dgm:t>
        <a:bodyPr/>
        <a:lstStyle/>
        <a:p>
          <a:endParaRPr lang="en-US"/>
        </a:p>
      </dgm:t>
    </dgm:pt>
    <dgm:pt modelId="{2D60DB95-8F9B-46B4-A748-1BBE5CAE6127}">
      <dgm:prSet custT="1"/>
      <dgm:spPr/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7</a:t>
          </a:r>
        </a:p>
      </dgm:t>
    </dgm:pt>
    <dgm:pt modelId="{6AF91729-B8F2-428A-AE62-2BD1D2627AA0}" type="parTrans" cxnId="{92FEBF66-6FA2-43EF-B623-78DC7DEBADCB}">
      <dgm:prSet/>
      <dgm:spPr/>
      <dgm:t>
        <a:bodyPr/>
        <a:lstStyle/>
        <a:p>
          <a:endParaRPr lang="en-US"/>
        </a:p>
      </dgm:t>
    </dgm:pt>
    <dgm:pt modelId="{C999DEA7-EAE0-4A19-A205-815B76AA4E1E}" type="sibTrans" cxnId="{92FEBF66-6FA2-43EF-B623-78DC7DEBADCB}">
      <dgm:prSet/>
      <dgm:spPr/>
      <dgm:t>
        <a:bodyPr/>
        <a:lstStyle/>
        <a:p>
          <a:endParaRPr lang="en-US"/>
        </a:p>
      </dgm:t>
    </dgm:pt>
    <dgm:pt modelId="{9FC8D031-4338-4F83-81DF-1627EE7F4664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Zimpeto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1AE48E87-CED9-4ADE-AC8B-54246F5B9F88}" type="parTrans" cxnId="{2D558FF9-1FBA-4415-9949-5C589B2355F9}">
      <dgm:prSet/>
      <dgm:spPr/>
      <dgm:t>
        <a:bodyPr/>
        <a:lstStyle/>
        <a:p>
          <a:endParaRPr lang="en-US"/>
        </a:p>
      </dgm:t>
    </dgm:pt>
    <dgm:pt modelId="{E24D913D-3877-4176-8E9A-B97AAD1C9867}" type="sibTrans" cxnId="{2D558FF9-1FBA-4415-9949-5C589B2355F9}">
      <dgm:prSet/>
      <dgm:spPr/>
      <dgm:t>
        <a:bodyPr/>
        <a:lstStyle/>
        <a:p>
          <a:endParaRPr lang="en-US"/>
        </a:p>
      </dgm:t>
    </dgm:pt>
    <dgm:pt modelId="{A56C9717-F409-43D9-AE91-7B3E986CE69D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Magoanine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13905550-08F7-4610-ABE6-19F2BF6F6C64}" type="parTrans" cxnId="{52A5FACC-2958-427B-AFAA-3176B274AC49}">
      <dgm:prSet/>
      <dgm:spPr/>
      <dgm:t>
        <a:bodyPr/>
        <a:lstStyle/>
        <a:p>
          <a:endParaRPr lang="en-US"/>
        </a:p>
      </dgm:t>
    </dgm:pt>
    <dgm:pt modelId="{3680E0C2-DEF4-408B-ABB1-42C9EBBE57DB}" type="sibTrans" cxnId="{52A5FACC-2958-427B-AFAA-3176B274AC49}">
      <dgm:prSet/>
      <dgm:spPr/>
      <dgm:t>
        <a:bodyPr/>
        <a:lstStyle/>
        <a:p>
          <a:endParaRPr lang="en-US"/>
        </a:p>
      </dgm:t>
    </dgm:pt>
    <dgm:pt modelId="{26360504-35F5-49E1-9B72-FFE04E5AD9CC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Magoanine</a:t>
          </a:r>
          <a:r>
            <a:rPr lang="en-US" sz="2400" b="1" dirty="0">
              <a:latin typeface="Garamond" panose="02020404030301010803" pitchFamily="18" charset="0"/>
            </a:rPr>
            <a:t> </a:t>
          </a:r>
          <a:r>
            <a:rPr lang="en-US" sz="2400" b="1" dirty="0" err="1">
              <a:latin typeface="Garamond" panose="02020404030301010803" pitchFamily="18" charset="0"/>
            </a:rPr>
            <a:t>Tendas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5818681F-970A-4533-9484-517A85209B33}" type="parTrans" cxnId="{DEAC771C-4E8E-437D-87C8-FD6264C32C17}">
      <dgm:prSet/>
      <dgm:spPr/>
      <dgm:t>
        <a:bodyPr/>
        <a:lstStyle/>
        <a:p>
          <a:endParaRPr lang="en-US"/>
        </a:p>
      </dgm:t>
    </dgm:pt>
    <dgm:pt modelId="{BD8582C0-10BB-43B8-8522-53CD33489A3A}" type="sibTrans" cxnId="{DEAC771C-4E8E-437D-87C8-FD6264C32C17}">
      <dgm:prSet/>
      <dgm:spPr/>
      <dgm:t>
        <a:bodyPr/>
        <a:lstStyle/>
        <a:p>
          <a:endParaRPr lang="en-US"/>
        </a:p>
      </dgm:t>
    </dgm:pt>
    <dgm:pt modelId="{733F06D7-8FFC-4781-BB69-A5F77AC44989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de </a:t>
          </a:r>
          <a:r>
            <a:rPr lang="en-US" sz="2400" b="1" dirty="0" err="1">
              <a:latin typeface="Garamond" panose="02020404030301010803" pitchFamily="18" charset="0"/>
            </a:rPr>
            <a:t>Inhagoia</a:t>
          </a:r>
          <a:r>
            <a:rPr lang="en-US" sz="2400" b="1" dirty="0">
              <a:latin typeface="Garamond" panose="02020404030301010803" pitchFamily="18" charset="0"/>
            </a:rPr>
            <a:t>  </a:t>
          </a:r>
        </a:p>
      </dgm:t>
    </dgm:pt>
    <dgm:pt modelId="{8ED2EC51-8FE0-42EE-A59B-A750DA22FE38}" type="parTrans" cxnId="{92C5F7AE-C5CD-45BA-B4EE-2E22C1CF11E4}">
      <dgm:prSet/>
      <dgm:spPr/>
      <dgm:t>
        <a:bodyPr/>
        <a:lstStyle/>
        <a:p>
          <a:endParaRPr lang="en-US"/>
        </a:p>
      </dgm:t>
    </dgm:pt>
    <dgm:pt modelId="{A42F281C-5FD4-40BB-8969-0A960F2FE0EA}" type="sibTrans" cxnId="{92C5F7AE-C5CD-45BA-B4EE-2E22C1CF11E4}">
      <dgm:prSet/>
      <dgm:spPr/>
      <dgm:t>
        <a:bodyPr/>
        <a:lstStyle/>
        <a:p>
          <a:endParaRPr lang="en-US"/>
        </a:p>
      </dgm:t>
    </dgm:pt>
    <dgm:pt modelId="{2E82603E-EF82-4B7D-A791-89D7867D2EDA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</a:t>
          </a:r>
          <a:r>
            <a:rPr lang="en-US" sz="2400" b="1" dirty="0" err="1">
              <a:latin typeface="Garamond" panose="02020404030301010803" pitchFamily="18" charset="0"/>
            </a:rPr>
            <a:t>Mutsécua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FAA257AB-CD02-43E4-945E-26A9AC40DCCE}" type="sibTrans" cxnId="{E78C8D61-CE86-4892-8FEC-DE905722150F}">
      <dgm:prSet/>
      <dgm:spPr/>
      <dgm:t>
        <a:bodyPr/>
        <a:lstStyle/>
        <a:p>
          <a:endParaRPr lang="en-US"/>
        </a:p>
      </dgm:t>
    </dgm:pt>
    <dgm:pt modelId="{28CACC25-3C82-4D2D-9510-8AC1BE63EE0A}" type="parTrans" cxnId="{E78C8D61-CE86-4892-8FEC-DE905722150F}">
      <dgm:prSet/>
      <dgm:spPr/>
      <dgm:t>
        <a:bodyPr/>
        <a:lstStyle/>
        <a:p>
          <a:endParaRPr lang="en-US"/>
        </a:p>
      </dgm:t>
    </dgm:pt>
    <dgm:pt modelId="{118A9A1C-5411-4FD5-9518-7582CDEACA5D}">
      <dgm:prSet custT="1"/>
      <dgm:spPr/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10</a:t>
          </a:r>
        </a:p>
      </dgm:t>
    </dgm:pt>
    <dgm:pt modelId="{13690B29-F7D2-4127-BFCA-85CD3E6483B0}" type="parTrans" cxnId="{C78F377B-6E8C-4640-B8AE-85B616D5AF5F}">
      <dgm:prSet/>
      <dgm:spPr/>
      <dgm:t>
        <a:bodyPr/>
        <a:lstStyle/>
        <a:p>
          <a:endParaRPr lang="en-US"/>
        </a:p>
      </dgm:t>
    </dgm:pt>
    <dgm:pt modelId="{4563835D-DFBF-465A-A671-57FD0FFED71D}" type="sibTrans" cxnId="{C78F377B-6E8C-4640-B8AE-85B616D5AF5F}">
      <dgm:prSet/>
      <dgm:spPr/>
      <dgm:t>
        <a:bodyPr/>
        <a:lstStyle/>
        <a:p>
          <a:endParaRPr lang="en-US"/>
        </a:p>
      </dgm:t>
    </dgm:pt>
    <dgm:pt modelId="{ADA3A65F-F8B9-4B95-A1EA-F2C5BDDFA92F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1" dirty="0">
              <a:latin typeface="Garamond" panose="02020404030301010803" pitchFamily="18" charset="0"/>
            </a:rPr>
            <a:t>Centro de </a:t>
          </a:r>
          <a:r>
            <a:rPr lang="en-US" sz="2400" b="1" dirty="0" err="1">
              <a:latin typeface="Garamond" panose="02020404030301010803" pitchFamily="18" charset="0"/>
            </a:rPr>
            <a:t>Saúde</a:t>
          </a:r>
          <a:r>
            <a:rPr lang="en-US" sz="2400" b="1" dirty="0">
              <a:latin typeface="Garamond" panose="02020404030301010803" pitchFamily="18" charset="0"/>
            </a:rPr>
            <a:t> </a:t>
          </a:r>
          <a:r>
            <a:rPr lang="en-US" sz="2400" b="1" dirty="0" err="1">
              <a:latin typeface="Garamond" panose="02020404030301010803" pitchFamily="18" charset="0"/>
            </a:rPr>
            <a:t>Chamissava</a:t>
          </a:r>
          <a:r>
            <a:rPr lang="en-US" sz="2400" b="1" dirty="0">
              <a:latin typeface="Garamond" panose="02020404030301010803" pitchFamily="18" charset="0"/>
            </a:rPr>
            <a:t> </a:t>
          </a:r>
        </a:p>
      </dgm:t>
    </dgm:pt>
    <dgm:pt modelId="{EBAD124B-BD62-4726-8A4C-12B8C077E733}" type="parTrans" cxnId="{47201D5A-1F3D-4D3F-993B-BD179D64EEB2}">
      <dgm:prSet/>
      <dgm:spPr/>
      <dgm:t>
        <a:bodyPr/>
        <a:lstStyle/>
        <a:p>
          <a:endParaRPr lang="en-US"/>
        </a:p>
      </dgm:t>
    </dgm:pt>
    <dgm:pt modelId="{97DCAD3F-8913-41AB-9F9B-3C204F2D4916}" type="sibTrans" cxnId="{47201D5A-1F3D-4D3F-993B-BD179D64EEB2}">
      <dgm:prSet/>
      <dgm:spPr/>
      <dgm:t>
        <a:bodyPr/>
        <a:lstStyle/>
        <a:p>
          <a:endParaRPr lang="en-US"/>
        </a:p>
      </dgm:t>
    </dgm:pt>
    <dgm:pt modelId="{727BC585-7AC5-4146-AC37-46DA57E47B8B}" type="pres">
      <dgm:prSet presAssocID="{0CA6EB24-5FBD-4781-B942-2EB690FEA44D}" presName="linearFlow" presStyleCnt="0">
        <dgm:presLayoutVars>
          <dgm:dir/>
          <dgm:animLvl val="lvl"/>
          <dgm:resizeHandles val="exact"/>
        </dgm:presLayoutVars>
      </dgm:prSet>
      <dgm:spPr/>
    </dgm:pt>
    <dgm:pt modelId="{166A3274-AB93-437E-9734-95A9B2EEA30B}" type="pres">
      <dgm:prSet presAssocID="{932F8B66-B5AF-4466-AAF6-02E8D1A027D4}" presName="composite" presStyleCnt="0"/>
      <dgm:spPr>
        <a:scene3d>
          <a:camera prst="orthographicFront"/>
          <a:lightRig rig="threePt" dir="t"/>
        </a:scene3d>
        <a:sp3d/>
      </dgm:spPr>
    </dgm:pt>
    <dgm:pt modelId="{885C0B0A-504E-4956-9E8C-CCB6A3D72E7D}" type="pres">
      <dgm:prSet presAssocID="{932F8B66-B5AF-4466-AAF6-02E8D1A027D4}" presName="parentText" presStyleLbl="alignNode1" presStyleIdx="0" presStyleCnt="10" custLinFactNeighborY="-660">
        <dgm:presLayoutVars>
          <dgm:chMax val="1"/>
          <dgm:bulletEnabled val="1"/>
        </dgm:presLayoutVars>
      </dgm:prSet>
      <dgm:spPr/>
    </dgm:pt>
    <dgm:pt modelId="{35A6ADE1-C998-49E3-878B-A86C8D3882C8}" type="pres">
      <dgm:prSet presAssocID="{932F8B66-B5AF-4466-AAF6-02E8D1A027D4}" presName="descendantText" presStyleLbl="alignAcc1" presStyleIdx="0" presStyleCnt="10">
        <dgm:presLayoutVars>
          <dgm:bulletEnabled val="1"/>
        </dgm:presLayoutVars>
      </dgm:prSet>
      <dgm:spPr/>
    </dgm:pt>
    <dgm:pt modelId="{DCFFA21F-8311-4F6A-B343-109C70AA3E59}" type="pres">
      <dgm:prSet presAssocID="{987C7DE4-89F1-44C9-9580-ABBD0D457E40}" presName="sp" presStyleCnt="0"/>
      <dgm:spPr>
        <a:scene3d>
          <a:camera prst="orthographicFront"/>
          <a:lightRig rig="threePt" dir="t"/>
        </a:scene3d>
        <a:sp3d/>
      </dgm:spPr>
    </dgm:pt>
    <dgm:pt modelId="{E65B7C5B-0962-4DC3-909A-0EAD095573C9}" type="pres">
      <dgm:prSet presAssocID="{C5F47699-C3B5-4579-A806-EAE4888038B0}" presName="composite" presStyleCnt="0"/>
      <dgm:spPr>
        <a:scene3d>
          <a:camera prst="orthographicFront"/>
          <a:lightRig rig="threePt" dir="t"/>
        </a:scene3d>
        <a:sp3d/>
      </dgm:spPr>
    </dgm:pt>
    <dgm:pt modelId="{3C578FFF-0A31-4A21-85E4-CB682B5E7B63}" type="pres">
      <dgm:prSet presAssocID="{C5F47699-C3B5-4579-A806-EAE4888038B0}" presName="parentText" presStyleLbl="alignNode1" presStyleIdx="1" presStyleCnt="10" custLinFactNeighborY="-6539">
        <dgm:presLayoutVars>
          <dgm:chMax val="1"/>
          <dgm:bulletEnabled val="1"/>
        </dgm:presLayoutVars>
      </dgm:prSet>
      <dgm:spPr/>
    </dgm:pt>
    <dgm:pt modelId="{97780B2F-3BB7-4BC5-A0C2-00A7BA1B70EE}" type="pres">
      <dgm:prSet presAssocID="{C5F47699-C3B5-4579-A806-EAE4888038B0}" presName="descendantText" presStyleLbl="alignAcc1" presStyleIdx="1" presStyleCnt="10">
        <dgm:presLayoutVars>
          <dgm:bulletEnabled val="1"/>
        </dgm:presLayoutVars>
      </dgm:prSet>
      <dgm:spPr/>
    </dgm:pt>
    <dgm:pt modelId="{13F09BCF-91C3-4B1D-ADE7-75FF3D7EA60E}" type="pres">
      <dgm:prSet presAssocID="{2B2AA968-B8C4-40C5-AA7B-A0F5B4C77F88}" presName="sp" presStyleCnt="0"/>
      <dgm:spPr>
        <a:scene3d>
          <a:camera prst="orthographicFront"/>
          <a:lightRig rig="threePt" dir="t"/>
        </a:scene3d>
        <a:sp3d/>
      </dgm:spPr>
    </dgm:pt>
    <dgm:pt modelId="{C8D015AC-0C94-470B-A283-AA7417026D9F}" type="pres">
      <dgm:prSet presAssocID="{9D7C3F63-F2CE-4FCC-9954-AD1E5B0E91ED}" presName="composite" presStyleCnt="0"/>
      <dgm:spPr>
        <a:scene3d>
          <a:camera prst="orthographicFront"/>
          <a:lightRig rig="threePt" dir="t"/>
        </a:scene3d>
        <a:sp3d/>
      </dgm:spPr>
    </dgm:pt>
    <dgm:pt modelId="{06AC008E-28CC-4A62-A210-5C10B427FE49}" type="pres">
      <dgm:prSet presAssocID="{9D7C3F63-F2CE-4FCC-9954-AD1E5B0E91ED}" presName="parentText" presStyleLbl="alignNode1" presStyleIdx="2" presStyleCnt="10" custLinFactNeighborY="-6539">
        <dgm:presLayoutVars>
          <dgm:chMax val="1"/>
          <dgm:bulletEnabled val="1"/>
        </dgm:presLayoutVars>
      </dgm:prSet>
      <dgm:spPr/>
    </dgm:pt>
    <dgm:pt modelId="{BA74C495-CF5A-4784-A9BE-9CEF89260206}" type="pres">
      <dgm:prSet presAssocID="{9D7C3F63-F2CE-4FCC-9954-AD1E5B0E91ED}" presName="descendantText" presStyleLbl="alignAcc1" presStyleIdx="2" presStyleCnt="10">
        <dgm:presLayoutVars>
          <dgm:bulletEnabled val="1"/>
        </dgm:presLayoutVars>
      </dgm:prSet>
      <dgm:spPr/>
    </dgm:pt>
    <dgm:pt modelId="{CFD66425-1EFA-4DCC-9D24-09DD956954F0}" type="pres">
      <dgm:prSet presAssocID="{668DEED5-5BD0-48D0-AF77-3A3A02687D1D}" presName="sp" presStyleCnt="0"/>
      <dgm:spPr>
        <a:scene3d>
          <a:camera prst="orthographicFront"/>
          <a:lightRig rig="threePt" dir="t"/>
        </a:scene3d>
        <a:sp3d/>
      </dgm:spPr>
    </dgm:pt>
    <dgm:pt modelId="{31884C10-47ED-4807-B991-BB1432A9B023}" type="pres">
      <dgm:prSet presAssocID="{B98549AA-7F81-4611-920E-1F3F302C8855}" presName="composite" presStyleCnt="0"/>
      <dgm:spPr>
        <a:scene3d>
          <a:camera prst="orthographicFront"/>
          <a:lightRig rig="threePt" dir="t"/>
        </a:scene3d>
        <a:sp3d/>
      </dgm:spPr>
    </dgm:pt>
    <dgm:pt modelId="{702F466D-9522-4C12-AA3D-A18DE1714346}" type="pres">
      <dgm:prSet presAssocID="{B98549AA-7F81-4611-920E-1F3F302C8855}" presName="parentText" presStyleLbl="alignNode1" presStyleIdx="3" presStyleCnt="10" custLinFactNeighborY="-6539">
        <dgm:presLayoutVars>
          <dgm:chMax val="1"/>
          <dgm:bulletEnabled val="1"/>
        </dgm:presLayoutVars>
      </dgm:prSet>
      <dgm:spPr/>
    </dgm:pt>
    <dgm:pt modelId="{B2EBCEB8-725E-4BDB-A017-DD4FD3B88DD4}" type="pres">
      <dgm:prSet presAssocID="{B98549AA-7F81-4611-920E-1F3F302C8855}" presName="descendantText" presStyleLbl="alignAcc1" presStyleIdx="3" presStyleCnt="10">
        <dgm:presLayoutVars>
          <dgm:bulletEnabled val="1"/>
        </dgm:presLayoutVars>
      </dgm:prSet>
      <dgm:spPr/>
    </dgm:pt>
    <dgm:pt modelId="{3968C0A8-DC26-4A08-92D8-997B1572AD9E}" type="pres">
      <dgm:prSet presAssocID="{1AE4D8CE-09B8-4EA0-98DA-4322887726EF}" presName="sp" presStyleCnt="0"/>
      <dgm:spPr>
        <a:scene3d>
          <a:camera prst="orthographicFront"/>
          <a:lightRig rig="threePt" dir="t"/>
        </a:scene3d>
        <a:sp3d/>
      </dgm:spPr>
    </dgm:pt>
    <dgm:pt modelId="{45AA30E6-35B6-4378-9EB0-EF6BB6FA5FB2}" type="pres">
      <dgm:prSet presAssocID="{D72E137C-927E-4317-B46D-4BDDD4795C3C}" presName="composite" presStyleCnt="0"/>
      <dgm:spPr/>
    </dgm:pt>
    <dgm:pt modelId="{9D7B58FB-DA9B-432D-ABBF-D001852AAF2E}" type="pres">
      <dgm:prSet presAssocID="{D72E137C-927E-4317-B46D-4BDDD4795C3C}" presName="parentText" presStyleLbl="alignNode1" presStyleIdx="4" presStyleCnt="10" custLinFactNeighborY="-6539">
        <dgm:presLayoutVars>
          <dgm:chMax val="1"/>
          <dgm:bulletEnabled val="1"/>
        </dgm:presLayoutVars>
      </dgm:prSet>
      <dgm:spPr/>
    </dgm:pt>
    <dgm:pt modelId="{1CE8997B-8F54-43F5-8E0C-9CE9B7701DE1}" type="pres">
      <dgm:prSet presAssocID="{D72E137C-927E-4317-B46D-4BDDD4795C3C}" presName="descendantText" presStyleLbl="alignAcc1" presStyleIdx="4" presStyleCnt="10">
        <dgm:presLayoutVars>
          <dgm:bulletEnabled val="1"/>
        </dgm:presLayoutVars>
      </dgm:prSet>
      <dgm:spPr/>
    </dgm:pt>
    <dgm:pt modelId="{E3C23BA6-F79B-4AC9-A545-30014BF35E01}" type="pres">
      <dgm:prSet presAssocID="{6ED29AC1-27CB-4EAD-9633-91549201F19A}" presName="sp" presStyleCnt="0"/>
      <dgm:spPr/>
    </dgm:pt>
    <dgm:pt modelId="{2BBF82AE-A8B3-4D9E-ADFB-C91C2ECDA6A2}" type="pres">
      <dgm:prSet presAssocID="{BB55D9CC-907B-4B85-8E3B-8AD803A6F612}" presName="composite" presStyleCnt="0"/>
      <dgm:spPr/>
    </dgm:pt>
    <dgm:pt modelId="{55D91F7F-19D6-401A-895F-64CB8186F554}" type="pres">
      <dgm:prSet presAssocID="{BB55D9CC-907B-4B85-8E3B-8AD803A6F612}" presName="parentText" presStyleLbl="alignNode1" presStyleIdx="5" presStyleCnt="10" custLinFactNeighborY="-6539">
        <dgm:presLayoutVars>
          <dgm:chMax val="1"/>
          <dgm:bulletEnabled val="1"/>
        </dgm:presLayoutVars>
      </dgm:prSet>
      <dgm:spPr/>
    </dgm:pt>
    <dgm:pt modelId="{8A6A7FB9-5381-4C2B-B6F5-3FD3F8192D7E}" type="pres">
      <dgm:prSet presAssocID="{BB55D9CC-907B-4B85-8E3B-8AD803A6F612}" presName="descendantText" presStyleLbl="alignAcc1" presStyleIdx="5" presStyleCnt="10">
        <dgm:presLayoutVars>
          <dgm:bulletEnabled val="1"/>
        </dgm:presLayoutVars>
      </dgm:prSet>
      <dgm:spPr/>
    </dgm:pt>
    <dgm:pt modelId="{2B397708-8058-4996-8953-3E1318DE7A1D}" type="pres">
      <dgm:prSet presAssocID="{B9F7AC34-1FAA-44E3-A45D-4531F3A6D141}" presName="sp" presStyleCnt="0"/>
      <dgm:spPr/>
    </dgm:pt>
    <dgm:pt modelId="{0346EC49-BCD7-4BAA-BB7B-F7D6826D86F3}" type="pres">
      <dgm:prSet presAssocID="{2D60DB95-8F9B-46B4-A748-1BBE5CAE6127}" presName="composite" presStyleCnt="0"/>
      <dgm:spPr/>
    </dgm:pt>
    <dgm:pt modelId="{FAD99558-A0C6-4E01-AA23-899E684AC9F2}" type="pres">
      <dgm:prSet presAssocID="{2D60DB95-8F9B-46B4-A748-1BBE5CAE6127}" presName="parentText" presStyleLbl="alignNode1" presStyleIdx="6" presStyleCnt="10" custLinFactNeighborY="-6539">
        <dgm:presLayoutVars>
          <dgm:chMax val="1"/>
          <dgm:bulletEnabled val="1"/>
        </dgm:presLayoutVars>
      </dgm:prSet>
      <dgm:spPr/>
    </dgm:pt>
    <dgm:pt modelId="{136C7735-9C1C-4722-9393-44BB64B6CBB6}" type="pres">
      <dgm:prSet presAssocID="{2D60DB95-8F9B-46B4-A748-1BBE5CAE6127}" presName="descendantText" presStyleLbl="alignAcc1" presStyleIdx="6" presStyleCnt="10">
        <dgm:presLayoutVars>
          <dgm:bulletEnabled val="1"/>
        </dgm:presLayoutVars>
      </dgm:prSet>
      <dgm:spPr/>
    </dgm:pt>
    <dgm:pt modelId="{905E63AC-0EA7-410B-8197-942A9D7560FC}" type="pres">
      <dgm:prSet presAssocID="{C999DEA7-EAE0-4A19-A205-815B76AA4E1E}" presName="sp" presStyleCnt="0"/>
      <dgm:spPr/>
    </dgm:pt>
    <dgm:pt modelId="{A7103DA7-9411-49B0-A82C-60FE79045B67}" type="pres">
      <dgm:prSet presAssocID="{ADCE6C7F-1D0D-48CE-9E1A-9BBA3A499D83}" presName="composite" presStyleCnt="0"/>
      <dgm:spPr>
        <a:scene3d>
          <a:camera prst="orthographicFront"/>
          <a:lightRig rig="threePt" dir="t"/>
        </a:scene3d>
        <a:sp3d/>
      </dgm:spPr>
    </dgm:pt>
    <dgm:pt modelId="{E15DFACB-E779-4712-AC49-6A6F793F6FE3}" type="pres">
      <dgm:prSet presAssocID="{ADCE6C7F-1D0D-48CE-9E1A-9BBA3A499D83}" presName="parentText" presStyleLbl="alignNode1" presStyleIdx="7" presStyleCnt="10" custLinFactNeighborY="-6539">
        <dgm:presLayoutVars>
          <dgm:chMax val="1"/>
          <dgm:bulletEnabled val="1"/>
        </dgm:presLayoutVars>
      </dgm:prSet>
      <dgm:spPr/>
    </dgm:pt>
    <dgm:pt modelId="{E997DDD9-F4BF-42DD-BF79-C0A969F5C67B}" type="pres">
      <dgm:prSet presAssocID="{ADCE6C7F-1D0D-48CE-9E1A-9BBA3A499D83}" presName="descendantText" presStyleLbl="alignAcc1" presStyleIdx="7" presStyleCnt="10">
        <dgm:presLayoutVars>
          <dgm:bulletEnabled val="1"/>
        </dgm:presLayoutVars>
      </dgm:prSet>
      <dgm:spPr/>
    </dgm:pt>
    <dgm:pt modelId="{6E285067-C54D-485E-92C5-AAB97AA660D1}" type="pres">
      <dgm:prSet presAssocID="{81EA3C2D-E382-44E9-A9F2-0D23ACD4B368}" presName="sp" presStyleCnt="0"/>
      <dgm:spPr>
        <a:scene3d>
          <a:camera prst="orthographicFront"/>
          <a:lightRig rig="threePt" dir="t"/>
        </a:scene3d>
        <a:sp3d/>
      </dgm:spPr>
    </dgm:pt>
    <dgm:pt modelId="{E5BC806D-EEE5-4D5D-A2A2-B7CA25FC6D7C}" type="pres">
      <dgm:prSet presAssocID="{657E2A54-3C23-4FD7-AE78-8CE9A7412960}" presName="composite" presStyleCnt="0"/>
      <dgm:spPr/>
    </dgm:pt>
    <dgm:pt modelId="{BFF61EEC-2B32-44F0-81FD-213EE059F484}" type="pres">
      <dgm:prSet presAssocID="{657E2A54-3C23-4FD7-AE78-8CE9A7412960}" presName="parentText" presStyleLbl="alignNode1" presStyleIdx="8" presStyleCnt="10" custLinFactNeighborY="0">
        <dgm:presLayoutVars>
          <dgm:chMax val="1"/>
          <dgm:bulletEnabled val="1"/>
        </dgm:presLayoutVars>
      </dgm:prSet>
      <dgm:spPr/>
    </dgm:pt>
    <dgm:pt modelId="{5C69CF0B-EA58-4D51-8384-429AC2433227}" type="pres">
      <dgm:prSet presAssocID="{657E2A54-3C23-4FD7-AE78-8CE9A7412960}" presName="descendantText" presStyleLbl="alignAcc1" presStyleIdx="8" presStyleCnt="10">
        <dgm:presLayoutVars>
          <dgm:bulletEnabled val="1"/>
        </dgm:presLayoutVars>
      </dgm:prSet>
      <dgm:spPr/>
    </dgm:pt>
    <dgm:pt modelId="{70B96053-F7A7-417E-81D5-2FD6770CAA57}" type="pres">
      <dgm:prSet presAssocID="{E18B77E6-7A53-401B-9AA8-54883E35AF68}" presName="sp" presStyleCnt="0"/>
      <dgm:spPr/>
    </dgm:pt>
    <dgm:pt modelId="{00743E16-70A3-4350-86C3-F1B55FEBAD0A}" type="pres">
      <dgm:prSet presAssocID="{118A9A1C-5411-4FD5-9518-7582CDEACA5D}" presName="composite" presStyleCnt="0"/>
      <dgm:spPr/>
    </dgm:pt>
    <dgm:pt modelId="{BE314FA8-5F0F-4626-969C-C0852FF03BF1}" type="pres">
      <dgm:prSet presAssocID="{118A9A1C-5411-4FD5-9518-7582CDEACA5D}" presName="parentText" presStyleLbl="alignNode1" presStyleIdx="9" presStyleCnt="10" custLinFactNeighborY="0">
        <dgm:presLayoutVars>
          <dgm:chMax val="1"/>
          <dgm:bulletEnabled val="1"/>
        </dgm:presLayoutVars>
      </dgm:prSet>
      <dgm:spPr/>
    </dgm:pt>
    <dgm:pt modelId="{DDD9A5CF-2F66-47B8-AA62-5F2B98E0820C}" type="pres">
      <dgm:prSet presAssocID="{118A9A1C-5411-4FD5-9518-7582CDEACA5D}" presName="descendantText" presStyleLbl="alignAcc1" presStyleIdx="9" presStyleCnt="10" custScaleX="100100" custScaleY="108186" custLinFactNeighborX="362" custLinFactNeighborY="10743">
        <dgm:presLayoutVars>
          <dgm:bulletEnabled val="1"/>
        </dgm:presLayoutVars>
      </dgm:prSet>
      <dgm:spPr/>
    </dgm:pt>
  </dgm:ptLst>
  <dgm:cxnLst>
    <dgm:cxn modelId="{497A9F0E-F9BF-4D79-A162-3B795B515001}" type="presOf" srcId="{A4B2A4B6-6510-4EDE-8CAE-DD8DA0B688FC}" destId="{35A6ADE1-C998-49E3-878B-A86C8D3882C8}" srcOrd="0" destOrd="0" presId="urn:microsoft.com/office/officeart/2005/8/layout/chevron2"/>
    <dgm:cxn modelId="{D75A9B0F-2634-494B-8ED3-B6A977D41763}" srcId="{0CA6EB24-5FBD-4781-B942-2EB690FEA44D}" destId="{C5F47699-C3B5-4579-A806-EAE4888038B0}" srcOrd="1" destOrd="0" parTransId="{AFFCB94C-50A7-4658-99BA-B8749B6C3DAC}" sibTransId="{2B2AA968-B8C4-40C5-AA7B-A0F5B4C77F88}"/>
    <dgm:cxn modelId="{0FDE3714-6625-41D9-B567-C6E92E2961E5}" type="presOf" srcId="{ADCE6C7F-1D0D-48CE-9E1A-9BBA3A499D83}" destId="{E15DFACB-E779-4712-AC49-6A6F793F6FE3}" srcOrd="0" destOrd="0" presId="urn:microsoft.com/office/officeart/2005/8/layout/chevron2"/>
    <dgm:cxn modelId="{DEAC771C-4E8E-437D-87C8-FD6264C32C17}" srcId="{BB55D9CC-907B-4B85-8E3B-8AD803A6F612}" destId="{26360504-35F5-49E1-9B72-FFE04E5AD9CC}" srcOrd="0" destOrd="0" parTransId="{5818681F-970A-4533-9484-517A85209B33}" sibTransId="{BD8582C0-10BB-43B8-8522-53CD33489A3A}"/>
    <dgm:cxn modelId="{39E7531F-A318-47A7-8223-6B61BB576AEF}" type="presOf" srcId="{932F8B66-B5AF-4466-AAF6-02E8D1A027D4}" destId="{885C0B0A-504E-4956-9E8C-CCB6A3D72E7D}" srcOrd="0" destOrd="0" presId="urn:microsoft.com/office/officeart/2005/8/layout/chevron2"/>
    <dgm:cxn modelId="{89ED6420-2E1C-4C69-A9FA-6FF31C4AC430}" type="presOf" srcId="{26360504-35F5-49E1-9B72-FFE04E5AD9CC}" destId="{8A6A7FB9-5381-4C2B-B6F5-3FD3F8192D7E}" srcOrd="0" destOrd="0" presId="urn:microsoft.com/office/officeart/2005/8/layout/chevron2"/>
    <dgm:cxn modelId="{E6C6E220-23FB-4405-A343-088533FA2693}" type="presOf" srcId="{9FC8D031-4338-4F83-81DF-1627EE7F4664}" destId="{BA74C495-CF5A-4784-A9BE-9CEF89260206}" srcOrd="0" destOrd="0" presId="urn:microsoft.com/office/officeart/2005/8/layout/chevron2"/>
    <dgm:cxn modelId="{9AE07B2B-C501-4B6E-B6A5-4537CA321390}" type="presOf" srcId="{BB55D9CC-907B-4B85-8E3B-8AD803A6F612}" destId="{55D91F7F-19D6-401A-895F-64CB8186F554}" srcOrd="0" destOrd="0" presId="urn:microsoft.com/office/officeart/2005/8/layout/chevron2"/>
    <dgm:cxn modelId="{169B2E31-7B77-4CED-978C-E33763051265}" srcId="{0CA6EB24-5FBD-4781-B942-2EB690FEA44D}" destId="{932F8B66-B5AF-4466-AAF6-02E8D1A027D4}" srcOrd="0" destOrd="0" parTransId="{9613510E-136C-4D79-8038-672746BAADFF}" sibTransId="{987C7DE4-89F1-44C9-9580-ABBD0D457E40}"/>
    <dgm:cxn modelId="{0EBC815C-4085-423B-8F50-01D0923440D8}" type="presOf" srcId="{D72E137C-927E-4317-B46D-4BDDD4795C3C}" destId="{9D7B58FB-DA9B-432D-ABBF-D001852AAF2E}" srcOrd="0" destOrd="0" presId="urn:microsoft.com/office/officeart/2005/8/layout/chevron2"/>
    <dgm:cxn modelId="{E78C8D61-CE86-4892-8FEC-DE905722150F}" srcId="{657E2A54-3C23-4FD7-AE78-8CE9A7412960}" destId="{2E82603E-EF82-4B7D-A791-89D7867D2EDA}" srcOrd="0" destOrd="0" parTransId="{28CACC25-3C82-4D2D-9510-8AC1BE63EE0A}" sibTransId="{FAA257AB-CD02-43E4-945E-26A9AC40DCCE}"/>
    <dgm:cxn modelId="{A0FE9264-5115-48A2-9992-2BD4D1BE4485}" type="presOf" srcId="{C5F47699-C3B5-4579-A806-EAE4888038B0}" destId="{3C578FFF-0A31-4A21-85E4-CB682B5E7B63}" srcOrd="0" destOrd="0" presId="urn:microsoft.com/office/officeart/2005/8/layout/chevron2"/>
    <dgm:cxn modelId="{187FCD44-FF04-4A91-A9C3-553A46E4EA27}" srcId="{0CA6EB24-5FBD-4781-B942-2EB690FEA44D}" destId="{ADCE6C7F-1D0D-48CE-9E1A-9BBA3A499D83}" srcOrd="7" destOrd="0" parTransId="{03C3E65B-2E15-440C-9DBB-2BC63A4AAE46}" sibTransId="{81EA3C2D-E382-44E9-A9F2-0D23ACD4B368}"/>
    <dgm:cxn modelId="{92FEBF66-6FA2-43EF-B623-78DC7DEBADCB}" srcId="{0CA6EB24-5FBD-4781-B942-2EB690FEA44D}" destId="{2D60DB95-8F9B-46B4-A748-1BBE5CAE6127}" srcOrd="6" destOrd="0" parTransId="{6AF91729-B8F2-428A-AE62-2BD1D2627AA0}" sibTransId="{C999DEA7-EAE0-4A19-A205-815B76AA4E1E}"/>
    <dgm:cxn modelId="{3B97E848-EACE-4D1F-B87C-1FC54DAA82B2}" type="presOf" srcId="{733F06D7-8FFC-4781-BB69-A5F77AC44989}" destId="{136C7735-9C1C-4722-9393-44BB64B6CBB6}" srcOrd="0" destOrd="0" presId="urn:microsoft.com/office/officeart/2005/8/layout/chevron2"/>
    <dgm:cxn modelId="{C7B6F051-DD2C-4A24-9720-2E404EC4F30B}" type="presOf" srcId="{A56C9717-F409-43D9-AE91-7B3E986CE69D}" destId="{1CE8997B-8F54-43F5-8E0C-9CE9B7701DE1}" srcOrd="0" destOrd="0" presId="urn:microsoft.com/office/officeart/2005/8/layout/chevron2"/>
    <dgm:cxn modelId="{E948CF72-D66F-4FEC-A12A-8BB4F67F823E}" type="presOf" srcId="{B98549AA-7F81-4611-920E-1F3F302C8855}" destId="{702F466D-9522-4C12-AA3D-A18DE1714346}" srcOrd="0" destOrd="0" presId="urn:microsoft.com/office/officeart/2005/8/layout/chevron2"/>
    <dgm:cxn modelId="{3F1B5F73-9CA0-4077-AE68-A8119323FE3B}" srcId="{932F8B66-B5AF-4466-AAF6-02E8D1A027D4}" destId="{A4B2A4B6-6510-4EDE-8CAE-DD8DA0B688FC}" srcOrd="0" destOrd="0" parTransId="{57CCFC00-80C0-4CA0-A522-D43591D96BEA}" sibTransId="{9A4284AC-23C5-458C-AC60-7F4185C28D0F}"/>
    <dgm:cxn modelId="{83426379-2D31-41AB-991E-B9A163D06803}" type="presOf" srcId="{9D7C3F63-F2CE-4FCC-9954-AD1E5B0E91ED}" destId="{06AC008E-28CC-4A62-A210-5C10B427FE49}" srcOrd="0" destOrd="0" presId="urn:microsoft.com/office/officeart/2005/8/layout/chevron2"/>
    <dgm:cxn modelId="{47201D5A-1F3D-4D3F-993B-BD179D64EEB2}" srcId="{118A9A1C-5411-4FD5-9518-7582CDEACA5D}" destId="{ADA3A65F-F8B9-4B95-A1EA-F2C5BDDFA92F}" srcOrd="0" destOrd="0" parTransId="{EBAD124B-BD62-4726-8A4C-12B8C077E733}" sibTransId="{97DCAD3F-8913-41AB-9F9B-3C204F2D4916}"/>
    <dgm:cxn modelId="{C78F377B-6E8C-4640-B8AE-85B616D5AF5F}" srcId="{0CA6EB24-5FBD-4781-B942-2EB690FEA44D}" destId="{118A9A1C-5411-4FD5-9518-7582CDEACA5D}" srcOrd="9" destOrd="0" parTransId="{13690B29-F7D2-4127-BFCA-85CD3E6483B0}" sibTransId="{4563835D-DFBF-465A-A671-57FD0FFED71D}"/>
    <dgm:cxn modelId="{CAD5977F-5FB1-4BB0-A6EF-8CAB70F18454}" srcId="{0CA6EB24-5FBD-4781-B942-2EB690FEA44D}" destId="{657E2A54-3C23-4FD7-AE78-8CE9A7412960}" srcOrd="8" destOrd="0" parTransId="{94C9F7A1-8F41-41FA-B862-249D3095DB99}" sibTransId="{E18B77E6-7A53-401B-9AA8-54883E35AF68}"/>
    <dgm:cxn modelId="{39C9B880-F050-4144-A4BF-423B1F6F00DA}" srcId="{0CA6EB24-5FBD-4781-B942-2EB690FEA44D}" destId="{9D7C3F63-F2CE-4FCC-9954-AD1E5B0E91ED}" srcOrd="2" destOrd="0" parTransId="{1A4B88CA-BFAF-4A71-8C80-CE8E000F56B1}" sibTransId="{668DEED5-5BD0-48D0-AF77-3A3A02687D1D}"/>
    <dgm:cxn modelId="{7DB6D096-ADED-4187-9233-9670A4D40C23}" type="presOf" srcId="{2D60DB95-8F9B-46B4-A748-1BBE5CAE6127}" destId="{FAD99558-A0C6-4E01-AA23-899E684AC9F2}" srcOrd="0" destOrd="0" presId="urn:microsoft.com/office/officeart/2005/8/layout/chevron2"/>
    <dgm:cxn modelId="{0BFC8F9C-E702-4E07-8412-955731826732}" type="presOf" srcId="{8A738D44-1AE9-4C83-997B-5805D6917D80}" destId="{97780B2F-3BB7-4BC5-A0C2-00A7BA1B70EE}" srcOrd="0" destOrd="0" presId="urn:microsoft.com/office/officeart/2005/8/layout/chevron2"/>
    <dgm:cxn modelId="{1FC1C6A0-7390-4917-9C44-9CB742461B72}" srcId="{B98549AA-7F81-4611-920E-1F3F302C8855}" destId="{2964A3C7-74BC-4BB8-94BD-49CC64A6FAF6}" srcOrd="0" destOrd="0" parTransId="{B135533E-688D-4FB8-82E4-57337D6B95F1}" sibTransId="{AEC48686-86F5-4D62-B90E-088B33974EE2}"/>
    <dgm:cxn modelId="{F987B4A8-D42E-4E25-82F6-85579597ABED}" srcId="{0CA6EB24-5FBD-4781-B942-2EB690FEA44D}" destId="{BB55D9CC-907B-4B85-8E3B-8AD803A6F612}" srcOrd="5" destOrd="0" parTransId="{3C24C7A8-85DA-4B25-BDEC-994F91C06FF2}" sibTransId="{B9F7AC34-1FAA-44E3-A45D-4531F3A6D141}"/>
    <dgm:cxn modelId="{D65D2BAC-581A-46E7-9BBB-AC6F839ACCA0}" srcId="{0CA6EB24-5FBD-4781-B942-2EB690FEA44D}" destId="{D72E137C-927E-4317-B46D-4BDDD4795C3C}" srcOrd="4" destOrd="0" parTransId="{EAFF16A9-D6EB-4882-B0CE-A21293819F00}" sibTransId="{6ED29AC1-27CB-4EAD-9633-91549201F19A}"/>
    <dgm:cxn modelId="{92C5F7AE-C5CD-45BA-B4EE-2E22C1CF11E4}" srcId="{2D60DB95-8F9B-46B4-A748-1BBE5CAE6127}" destId="{733F06D7-8FFC-4781-BB69-A5F77AC44989}" srcOrd="0" destOrd="0" parTransId="{8ED2EC51-8FE0-42EE-A59B-A750DA22FE38}" sibTransId="{A42F281C-5FD4-40BB-8969-0A960F2FE0EA}"/>
    <dgm:cxn modelId="{21EE6DB0-3EF5-4D99-AC06-EB981800DC36}" type="presOf" srcId="{ADA3A65F-F8B9-4B95-A1EA-F2C5BDDFA92F}" destId="{DDD9A5CF-2F66-47B8-AA62-5F2B98E0820C}" srcOrd="0" destOrd="0" presId="urn:microsoft.com/office/officeart/2005/8/layout/chevron2"/>
    <dgm:cxn modelId="{582A9CB3-8BBD-4230-A384-E4B0A29C6FDB}" srcId="{0CA6EB24-5FBD-4781-B942-2EB690FEA44D}" destId="{B98549AA-7F81-4611-920E-1F3F302C8855}" srcOrd="3" destOrd="0" parTransId="{190E5296-D319-4940-B7AC-D840B5D1C1C7}" sibTransId="{1AE4D8CE-09B8-4EA0-98DA-4322887726EF}"/>
    <dgm:cxn modelId="{30C7F0BD-8A15-4252-B8E4-29C348C01B0F}" srcId="{C5F47699-C3B5-4579-A806-EAE4888038B0}" destId="{8A738D44-1AE9-4C83-997B-5805D6917D80}" srcOrd="0" destOrd="0" parTransId="{2F1971A5-6247-4506-8B47-EB9CEA06AFFC}" sibTransId="{37D03756-769C-44B2-95B1-9A854770A08D}"/>
    <dgm:cxn modelId="{E39695C9-F96A-41C5-A448-D870512B1F50}" srcId="{ADCE6C7F-1D0D-48CE-9E1A-9BBA3A499D83}" destId="{7E6F8974-40EE-4F1D-B247-B7832B0D3E3A}" srcOrd="0" destOrd="0" parTransId="{E5078309-53A1-498E-A3E5-6629378E4B0E}" sibTransId="{71B0EDE3-758D-4BBC-BEB3-7D827C4D2237}"/>
    <dgm:cxn modelId="{52A5FACC-2958-427B-AFAA-3176B274AC49}" srcId="{D72E137C-927E-4317-B46D-4BDDD4795C3C}" destId="{A56C9717-F409-43D9-AE91-7B3E986CE69D}" srcOrd="0" destOrd="0" parTransId="{13905550-08F7-4610-ABE6-19F2BF6F6C64}" sibTransId="{3680E0C2-DEF4-408B-ABB1-42C9EBBE57DB}"/>
    <dgm:cxn modelId="{55E7FBD8-0019-4C0F-90A9-E6C5F645F9EE}" type="presOf" srcId="{657E2A54-3C23-4FD7-AE78-8CE9A7412960}" destId="{BFF61EEC-2B32-44F0-81FD-213EE059F484}" srcOrd="0" destOrd="0" presId="urn:microsoft.com/office/officeart/2005/8/layout/chevron2"/>
    <dgm:cxn modelId="{EA65E5DA-98DE-4BE3-9B10-A98454CE0414}" type="presOf" srcId="{2964A3C7-74BC-4BB8-94BD-49CC64A6FAF6}" destId="{B2EBCEB8-725E-4BDB-A017-DD4FD3B88DD4}" srcOrd="0" destOrd="0" presId="urn:microsoft.com/office/officeart/2005/8/layout/chevron2"/>
    <dgm:cxn modelId="{4B61D6DE-F306-4C34-AA5B-323A56E523B1}" type="presOf" srcId="{7E6F8974-40EE-4F1D-B247-B7832B0D3E3A}" destId="{E997DDD9-F4BF-42DD-BF79-C0A969F5C67B}" srcOrd="0" destOrd="0" presId="urn:microsoft.com/office/officeart/2005/8/layout/chevron2"/>
    <dgm:cxn modelId="{D99D69F4-3583-4944-909A-E19788DAA551}" type="presOf" srcId="{0CA6EB24-5FBD-4781-B942-2EB690FEA44D}" destId="{727BC585-7AC5-4146-AC37-46DA57E47B8B}" srcOrd="0" destOrd="0" presId="urn:microsoft.com/office/officeart/2005/8/layout/chevron2"/>
    <dgm:cxn modelId="{E27C6CF5-2BDE-4A90-9D71-9175DFA010A8}" type="presOf" srcId="{118A9A1C-5411-4FD5-9518-7582CDEACA5D}" destId="{BE314FA8-5F0F-4626-969C-C0852FF03BF1}" srcOrd="0" destOrd="0" presId="urn:microsoft.com/office/officeart/2005/8/layout/chevron2"/>
    <dgm:cxn modelId="{6A1C5FF6-4E5B-4B04-8F2E-9E7DFF7B62B4}" type="presOf" srcId="{2E82603E-EF82-4B7D-A791-89D7867D2EDA}" destId="{5C69CF0B-EA58-4D51-8384-429AC2433227}" srcOrd="0" destOrd="0" presId="urn:microsoft.com/office/officeart/2005/8/layout/chevron2"/>
    <dgm:cxn modelId="{2D558FF9-1FBA-4415-9949-5C589B2355F9}" srcId="{9D7C3F63-F2CE-4FCC-9954-AD1E5B0E91ED}" destId="{9FC8D031-4338-4F83-81DF-1627EE7F4664}" srcOrd="0" destOrd="0" parTransId="{1AE48E87-CED9-4ADE-AC8B-54246F5B9F88}" sibTransId="{E24D913D-3877-4176-8E9A-B97AAD1C9867}"/>
    <dgm:cxn modelId="{50D6B639-EE31-480B-A32E-33F413AF0BAB}" type="presParOf" srcId="{727BC585-7AC5-4146-AC37-46DA57E47B8B}" destId="{166A3274-AB93-437E-9734-95A9B2EEA30B}" srcOrd="0" destOrd="0" presId="urn:microsoft.com/office/officeart/2005/8/layout/chevron2"/>
    <dgm:cxn modelId="{096FFA35-B67E-4906-B63E-B614A201E93B}" type="presParOf" srcId="{166A3274-AB93-437E-9734-95A9B2EEA30B}" destId="{885C0B0A-504E-4956-9E8C-CCB6A3D72E7D}" srcOrd="0" destOrd="0" presId="urn:microsoft.com/office/officeart/2005/8/layout/chevron2"/>
    <dgm:cxn modelId="{D49A3C98-5AB9-412D-BA5F-189122A7EF01}" type="presParOf" srcId="{166A3274-AB93-437E-9734-95A9B2EEA30B}" destId="{35A6ADE1-C998-49E3-878B-A86C8D3882C8}" srcOrd="1" destOrd="0" presId="urn:microsoft.com/office/officeart/2005/8/layout/chevron2"/>
    <dgm:cxn modelId="{D851F7BA-4C26-4CF0-99DE-47E77A2B6CD5}" type="presParOf" srcId="{727BC585-7AC5-4146-AC37-46DA57E47B8B}" destId="{DCFFA21F-8311-4F6A-B343-109C70AA3E59}" srcOrd="1" destOrd="0" presId="urn:microsoft.com/office/officeart/2005/8/layout/chevron2"/>
    <dgm:cxn modelId="{B3244750-D110-4F00-9F0B-32E1AA3A817D}" type="presParOf" srcId="{727BC585-7AC5-4146-AC37-46DA57E47B8B}" destId="{E65B7C5B-0962-4DC3-909A-0EAD095573C9}" srcOrd="2" destOrd="0" presId="urn:microsoft.com/office/officeart/2005/8/layout/chevron2"/>
    <dgm:cxn modelId="{1EE33373-DE6E-441B-A3BE-182D2F99F5F8}" type="presParOf" srcId="{E65B7C5B-0962-4DC3-909A-0EAD095573C9}" destId="{3C578FFF-0A31-4A21-85E4-CB682B5E7B63}" srcOrd="0" destOrd="0" presId="urn:microsoft.com/office/officeart/2005/8/layout/chevron2"/>
    <dgm:cxn modelId="{66B8F871-E2E6-4C57-9251-61D59319FB94}" type="presParOf" srcId="{E65B7C5B-0962-4DC3-909A-0EAD095573C9}" destId="{97780B2F-3BB7-4BC5-A0C2-00A7BA1B70EE}" srcOrd="1" destOrd="0" presId="urn:microsoft.com/office/officeart/2005/8/layout/chevron2"/>
    <dgm:cxn modelId="{1FDB63E7-BFD6-4273-8D8A-CD3B0A757710}" type="presParOf" srcId="{727BC585-7AC5-4146-AC37-46DA57E47B8B}" destId="{13F09BCF-91C3-4B1D-ADE7-75FF3D7EA60E}" srcOrd="3" destOrd="0" presId="urn:microsoft.com/office/officeart/2005/8/layout/chevron2"/>
    <dgm:cxn modelId="{10C32F05-FB1B-45E5-8FE6-8B0881410469}" type="presParOf" srcId="{727BC585-7AC5-4146-AC37-46DA57E47B8B}" destId="{C8D015AC-0C94-470B-A283-AA7417026D9F}" srcOrd="4" destOrd="0" presId="urn:microsoft.com/office/officeart/2005/8/layout/chevron2"/>
    <dgm:cxn modelId="{513968B6-B915-4D37-A97E-CF1491C0E9F0}" type="presParOf" srcId="{C8D015AC-0C94-470B-A283-AA7417026D9F}" destId="{06AC008E-28CC-4A62-A210-5C10B427FE49}" srcOrd="0" destOrd="0" presId="urn:microsoft.com/office/officeart/2005/8/layout/chevron2"/>
    <dgm:cxn modelId="{3A4FFDF5-7E13-4751-B183-88ED114E6A68}" type="presParOf" srcId="{C8D015AC-0C94-470B-A283-AA7417026D9F}" destId="{BA74C495-CF5A-4784-A9BE-9CEF89260206}" srcOrd="1" destOrd="0" presId="urn:microsoft.com/office/officeart/2005/8/layout/chevron2"/>
    <dgm:cxn modelId="{C8FEC1BC-596F-43D3-95A9-9D77D6B3ABF6}" type="presParOf" srcId="{727BC585-7AC5-4146-AC37-46DA57E47B8B}" destId="{CFD66425-1EFA-4DCC-9D24-09DD956954F0}" srcOrd="5" destOrd="0" presId="urn:microsoft.com/office/officeart/2005/8/layout/chevron2"/>
    <dgm:cxn modelId="{02F151CE-95A5-4E40-8F7B-8D68D209331C}" type="presParOf" srcId="{727BC585-7AC5-4146-AC37-46DA57E47B8B}" destId="{31884C10-47ED-4807-B991-BB1432A9B023}" srcOrd="6" destOrd="0" presId="urn:microsoft.com/office/officeart/2005/8/layout/chevron2"/>
    <dgm:cxn modelId="{862A1E42-D336-4F33-B250-01A92F310F6D}" type="presParOf" srcId="{31884C10-47ED-4807-B991-BB1432A9B023}" destId="{702F466D-9522-4C12-AA3D-A18DE1714346}" srcOrd="0" destOrd="0" presId="urn:microsoft.com/office/officeart/2005/8/layout/chevron2"/>
    <dgm:cxn modelId="{234C7949-A8B8-4A14-8077-75D4ADDF97C0}" type="presParOf" srcId="{31884C10-47ED-4807-B991-BB1432A9B023}" destId="{B2EBCEB8-725E-4BDB-A017-DD4FD3B88DD4}" srcOrd="1" destOrd="0" presId="urn:microsoft.com/office/officeart/2005/8/layout/chevron2"/>
    <dgm:cxn modelId="{8B01E59C-368E-4B53-99EE-5822CF317F73}" type="presParOf" srcId="{727BC585-7AC5-4146-AC37-46DA57E47B8B}" destId="{3968C0A8-DC26-4A08-92D8-997B1572AD9E}" srcOrd="7" destOrd="0" presId="urn:microsoft.com/office/officeart/2005/8/layout/chevron2"/>
    <dgm:cxn modelId="{5F1D216E-F8BA-42C6-BD65-7901B0797385}" type="presParOf" srcId="{727BC585-7AC5-4146-AC37-46DA57E47B8B}" destId="{45AA30E6-35B6-4378-9EB0-EF6BB6FA5FB2}" srcOrd="8" destOrd="0" presId="urn:microsoft.com/office/officeart/2005/8/layout/chevron2"/>
    <dgm:cxn modelId="{88A8695B-F896-4A42-B6A5-734F5AEC7267}" type="presParOf" srcId="{45AA30E6-35B6-4378-9EB0-EF6BB6FA5FB2}" destId="{9D7B58FB-DA9B-432D-ABBF-D001852AAF2E}" srcOrd="0" destOrd="0" presId="urn:microsoft.com/office/officeart/2005/8/layout/chevron2"/>
    <dgm:cxn modelId="{AA485DCE-A8CC-4E91-847A-7138F2FDE3A5}" type="presParOf" srcId="{45AA30E6-35B6-4378-9EB0-EF6BB6FA5FB2}" destId="{1CE8997B-8F54-43F5-8E0C-9CE9B7701DE1}" srcOrd="1" destOrd="0" presId="urn:microsoft.com/office/officeart/2005/8/layout/chevron2"/>
    <dgm:cxn modelId="{61FE7762-CFDE-4073-BD20-DF3B2D02610C}" type="presParOf" srcId="{727BC585-7AC5-4146-AC37-46DA57E47B8B}" destId="{E3C23BA6-F79B-4AC9-A545-30014BF35E01}" srcOrd="9" destOrd="0" presId="urn:microsoft.com/office/officeart/2005/8/layout/chevron2"/>
    <dgm:cxn modelId="{014E7EC8-1092-4140-B924-038864F18BEE}" type="presParOf" srcId="{727BC585-7AC5-4146-AC37-46DA57E47B8B}" destId="{2BBF82AE-A8B3-4D9E-ADFB-C91C2ECDA6A2}" srcOrd="10" destOrd="0" presId="urn:microsoft.com/office/officeart/2005/8/layout/chevron2"/>
    <dgm:cxn modelId="{9671424A-A761-4B38-A3EA-E8484BDD58AF}" type="presParOf" srcId="{2BBF82AE-A8B3-4D9E-ADFB-C91C2ECDA6A2}" destId="{55D91F7F-19D6-401A-895F-64CB8186F554}" srcOrd="0" destOrd="0" presId="urn:microsoft.com/office/officeart/2005/8/layout/chevron2"/>
    <dgm:cxn modelId="{867E693B-1936-4B82-BB2D-9C07C6FF1E54}" type="presParOf" srcId="{2BBF82AE-A8B3-4D9E-ADFB-C91C2ECDA6A2}" destId="{8A6A7FB9-5381-4C2B-B6F5-3FD3F8192D7E}" srcOrd="1" destOrd="0" presId="urn:microsoft.com/office/officeart/2005/8/layout/chevron2"/>
    <dgm:cxn modelId="{33992E05-D2A2-4012-B919-FEAADAF908C0}" type="presParOf" srcId="{727BC585-7AC5-4146-AC37-46DA57E47B8B}" destId="{2B397708-8058-4996-8953-3E1318DE7A1D}" srcOrd="11" destOrd="0" presId="urn:microsoft.com/office/officeart/2005/8/layout/chevron2"/>
    <dgm:cxn modelId="{C6D6FD0F-A42C-447F-B247-AFDCC3E33CE7}" type="presParOf" srcId="{727BC585-7AC5-4146-AC37-46DA57E47B8B}" destId="{0346EC49-BCD7-4BAA-BB7B-F7D6826D86F3}" srcOrd="12" destOrd="0" presId="urn:microsoft.com/office/officeart/2005/8/layout/chevron2"/>
    <dgm:cxn modelId="{1640671A-EDEE-4019-A4AC-31171192347B}" type="presParOf" srcId="{0346EC49-BCD7-4BAA-BB7B-F7D6826D86F3}" destId="{FAD99558-A0C6-4E01-AA23-899E684AC9F2}" srcOrd="0" destOrd="0" presId="urn:microsoft.com/office/officeart/2005/8/layout/chevron2"/>
    <dgm:cxn modelId="{87514694-72C5-4C37-9497-CCA793911F63}" type="presParOf" srcId="{0346EC49-BCD7-4BAA-BB7B-F7D6826D86F3}" destId="{136C7735-9C1C-4722-9393-44BB64B6CBB6}" srcOrd="1" destOrd="0" presId="urn:microsoft.com/office/officeart/2005/8/layout/chevron2"/>
    <dgm:cxn modelId="{8865ABB0-1179-4996-8C62-20CDC5530AEA}" type="presParOf" srcId="{727BC585-7AC5-4146-AC37-46DA57E47B8B}" destId="{905E63AC-0EA7-410B-8197-942A9D7560FC}" srcOrd="13" destOrd="0" presId="urn:microsoft.com/office/officeart/2005/8/layout/chevron2"/>
    <dgm:cxn modelId="{68480722-4BB8-4F1E-99CA-E91AF8469416}" type="presParOf" srcId="{727BC585-7AC5-4146-AC37-46DA57E47B8B}" destId="{A7103DA7-9411-49B0-A82C-60FE79045B67}" srcOrd="14" destOrd="0" presId="urn:microsoft.com/office/officeart/2005/8/layout/chevron2"/>
    <dgm:cxn modelId="{D3BE507D-8D01-4240-825C-0CCA0B390234}" type="presParOf" srcId="{A7103DA7-9411-49B0-A82C-60FE79045B67}" destId="{E15DFACB-E779-4712-AC49-6A6F793F6FE3}" srcOrd="0" destOrd="0" presId="urn:microsoft.com/office/officeart/2005/8/layout/chevron2"/>
    <dgm:cxn modelId="{FB066C14-C0E9-43B0-B760-42085D17170D}" type="presParOf" srcId="{A7103DA7-9411-49B0-A82C-60FE79045B67}" destId="{E997DDD9-F4BF-42DD-BF79-C0A969F5C67B}" srcOrd="1" destOrd="0" presId="urn:microsoft.com/office/officeart/2005/8/layout/chevron2"/>
    <dgm:cxn modelId="{920E1F67-B1EB-4975-BD7B-23E9317F58B9}" type="presParOf" srcId="{727BC585-7AC5-4146-AC37-46DA57E47B8B}" destId="{6E285067-C54D-485E-92C5-AAB97AA660D1}" srcOrd="15" destOrd="0" presId="urn:microsoft.com/office/officeart/2005/8/layout/chevron2"/>
    <dgm:cxn modelId="{856D7A5B-7C71-45B4-B141-2F53D4801004}" type="presParOf" srcId="{727BC585-7AC5-4146-AC37-46DA57E47B8B}" destId="{E5BC806D-EEE5-4D5D-A2A2-B7CA25FC6D7C}" srcOrd="16" destOrd="0" presId="urn:microsoft.com/office/officeart/2005/8/layout/chevron2"/>
    <dgm:cxn modelId="{99DC97AB-0BEE-4679-A7FB-BD6533235657}" type="presParOf" srcId="{E5BC806D-EEE5-4D5D-A2A2-B7CA25FC6D7C}" destId="{BFF61EEC-2B32-44F0-81FD-213EE059F484}" srcOrd="0" destOrd="0" presId="urn:microsoft.com/office/officeart/2005/8/layout/chevron2"/>
    <dgm:cxn modelId="{92CCB4E2-48EB-47F8-A7F6-1E430D04F36D}" type="presParOf" srcId="{E5BC806D-EEE5-4D5D-A2A2-B7CA25FC6D7C}" destId="{5C69CF0B-EA58-4D51-8384-429AC2433227}" srcOrd="1" destOrd="0" presId="urn:microsoft.com/office/officeart/2005/8/layout/chevron2"/>
    <dgm:cxn modelId="{C89C69E7-573A-4A72-BF8B-E5D8E11FD9E2}" type="presParOf" srcId="{727BC585-7AC5-4146-AC37-46DA57E47B8B}" destId="{70B96053-F7A7-417E-81D5-2FD6770CAA57}" srcOrd="17" destOrd="0" presId="urn:microsoft.com/office/officeart/2005/8/layout/chevron2"/>
    <dgm:cxn modelId="{F094DADD-13DB-4B64-870E-A4850083E6A8}" type="presParOf" srcId="{727BC585-7AC5-4146-AC37-46DA57E47B8B}" destId="{00743E16-70A3-4350-86C3-F1B55FEBAD0A}" srcOrd="18" destOrd="0" presId="urn:microsoft.com/office/officeart/2005/8/layout/chevron2"/>
    <dgm:cxn modelId="{077D4956-2022-43FF-B588-3795D48C3236}" type="presParOf" srcId="{00743E16-70A3-4350-86C3-F1B55FEBAD0A}" destId="{BE314FA8-5F0F-4626-969C-C0852FF03BF1}" srcOrd="0" destOrd="0" presId="urn:microsoft.com/office/officeart/2005/8/layout/chevron2"/>
    <dgm:cxn modelId="{A3E3FDDE-D5C2-46B2-A66E-8288F52E3164}" type="presParOf" srcId="{00743E16-70A3-4350-86C3-F1B55FEBAD0A}" destId="{DDD9A5CF-2F66-47B8-AA62-5F2B98E0820C}" srcOrd="1" destOrd="0" presId="urn:microsoft.com/office/officeart/2005/8/layout/chevron2"/>
  </dgm:cxnLst>
  <dgm:bg>
    <a:solidFill>
      <a:schemeClr val="accent5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A6EB24-5FBD-4781-B942-2EB690FEA44D}" type="doc">
      <dgm:prSet loTypeId="urn:microsoft.com/office/officeart/2005/8/layout/chevron2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32F8B66-B5AF-4466-AAF6-02E8D1A027D4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1" dirty="0">
              <a:latin typeface="Garamond" pitchFamily="18" charset="0"/>
            </a:rPr>
            <a:t>1</a:t>
          </a:r>
          <a:endParaRPr lang="en-US" sz="2400" b="1" dirty="0">
            <a:latin typeface="Garamond" pitchFamily="18" charset="0"/>
          </a:endParaRPr>
        </a:p>
      </dgm:t>
    </dgm:pt>
    <dgm:pt modelId="{9613510E-136C-4D79-8038-672746BAADFF}" type="parTrans" cxnId="{169B2E31-7B77-4CED-978C-E33763051265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87C7DE4-89F1-44C9-9580-ABBD0D457E40}" type="sibTrans" cxnId="{169B2E31-7B77-4CED-978C-E33763051265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4B2A4B6-6510-4EDE-8CAE-DD8DA0B688FC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0" dirty="0">
              <a:solidFill>
                <a:srgbClr val="000000"/>
              </a:solidFill>
              <a:latin typeface="Garamond" panose="02020404030301010803" pitchFamily="18" charset="0"/>
              <a:ea typeface="Arial Unicode MS" pitchFamily="34" charset="-128"/>
              <a:cs typeface="Tahoma" pitchFamily="34" charset="0"/>
            </a:rPr>
            <a:t>Centro de Saúde malhampsene</a:t>
          </a:r>
          <a:endParaRPr lang="en-US" sz="2400" b="0" dirty="0">
            <a:latin typeface="Garamond" pitchFamily="18" charset="0"/>
          </a:endParaRPr>
        </a:p>
      </dgm:t>
    </dgm:pt>
    <dgm:pt modelId="{57CCFC00-80C0-4CA0-A522-D43591D96BEA}" type="parTrans" cxnId="{3F1B5F73-9CA0-4077-AE68-A8119323FE3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A4284AC-23C5-458C-AC60-7F4185C28D0F}" type="sibTrans" cxnId="{3F1B5F73-9CA0-4077-AE68-A8119323FE3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C5F47699-C3B5-4579-A806-EAE4888038B0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0" dirty="0">
              <a:latin typeface="Garamond" pitchFamily="18" charset="0"/>
            </a:rPr>
            <a:t>2</a:t>
          </a:r>
          <a:endParaRPr lang="en-US" sz="2400" b="0" dirty="0">
            <a:latin typeface="Garamond" pitchFamily="18" charset="0"/>
          </a:endParaRPr>
        </a:p>
      </dgm:t>
    </dgm:pt>
    <dgm:pt modelId="{AFFCB94C-50A7-4658-99BA-B8749B6C3DAC}" type="parTrans" cxnId="{D75A9B0F-2634-494B-8ED3-B6A977D41763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2B2AA968-B8C4-40C5-AA7B-A0F5B4C77F88}" type="sibTrans" cxnId="{D75A9B0F-2634-494B-8ED3-B6A977D41763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9D7C3F63-F2CE-4FCC-9954-AD1E5B0E91ED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0" dirty="0">
              <a:latin typeface="Garamond" pitchFamily="18" charset="0"/>
            </a:rPr>
            <a:t>3</a:t>
          </a:r>
          <a:endParaRPr lang="en-US" sz="2400" b="0" dirty="0">
            <a:latin typeface="Garamond" pitchFamily="18" charset="0"/>
          </a:endParaRPr>
        </a:p>
      </dgm:t>
    </dgm:pt>
    <dgm:pt modelId="{1A4B88CA-BFAF-4A71-8C80-CE8E000F56B1}" type="parTrans" cxnId="{39C9B880-F050-4144-A4BF-423B1F6F00DA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668DEED5-5BD0-48D0-AF77-3A3A02687D1D}" type="sibTrans" cxnId="{39C9B880-F050-4144-A4BF-423B1F6F00DA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B98549AA-7F81-4611-920E-1F3F302C8855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0" dirty="0">
              <a:latin typeface="Garamond" pitchFamily="18" charset="0"/>
            </a:rPr>
            <a:t>4</a:t>
          </a:r>
          <a:endParaRPr lang="en-US" sz="2400" b="0" dirty="0">
            <a:latin typeface="Garamond" pitchFamily="18" charset="0"/>
          </a:endParaRPr>
        </a:p>
      </dgm:t>
    </dgm:pt>
    <dgm:pt modelId="{190E5296-D319-4940-B7AC-D840B5D1C1C7}" type="parTrans" cxnId="{582A9CB3-8BBD-4230-A384-E4B0A29C6FD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1AE4D8CE-09B8-4EA0-98DA-4322887726EF}" type="sibTrans" cxnId="{582A9CB3-8BBD-4230-A384-E4B0A29C6FDB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DCE6C7F-1D0D-48CE-9E1A-9BBA3A499D83}">
      <dgm:prSet phldrT="[Text]" custT="1"/>
      <dgm:spPr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pt-PT" sz="2400" b="0" dirty="0">
              <a:latin typeface="Garamond" pitchFamily="18" charset="0"/>
            </a:rPr>
            <a:t>8</a:t>
          </a:r>
          <a:endParaRPr lang="en-US" sz="2400" b="0" dirty="0">
            <a:latin typeface="Garamond" pitchFamily="18" charset="0"/>
          </a:endParaRPr>
        </a:p>
      </dgm:t>
    </dgm:pt>
    <dgm:pt modelId="{03C3E65B-2E15-440C-9DBB-2BC63A4AAE46}" type="parTrans" cxnId="{187FCD44-FF04-4A91-A9C3-553A46E4EA27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81EA3C2D-E382-44E9-A9F2-0D23ACD4B368}" type="sibTrans" cxnId="{187FCD44-FF04-4A91-A9C3-553A46E4EA27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7E6F8974-40EE-4F1D-B247-B7832B0D3E3A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de </a:t>
          </a:r>
          <a:r>
            <a:rPr lang="en-US" sz="2400" b="0" dirty="0" err="1">
              <a:latin typeface="Garamond" panose="02020404030301010803" pitchFamily="18" charset="0"/>
            </a:rPr>
            <a:t>Khongolote</a:t>
          </a:r>
          <a:endParaRPr lang="en-US" sz="2400" b="0" dirty="0">
            <a:latin typeface="Garamond" panose="02020404030301010803" pitchFamily="18" charset="0"/>
          </a:endParaRPr>
        </a:p>
      </dgm:t>
    </dgm:pt>
    <dgm:pt modelId="{E5078309-53A1-498E-A3E5-6629378E4B0E}" type="parTrans" cxnId="{E39695C9-F96A-41C5-A448-D870512B1F50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71B0EDE3-758D-4BBC-BEB3-7D827C4D2237}" type="sibTrans" cxnId="{E39695C9-F96A-41C5-A448-D870512B1F50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8A738D44-1AE9-4C83-997B-5805D6917D80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</a:t>
          </a:r>
          <a:r>
            <a:rPr lang="en-US" sz="2400" b="0" dirty="0" err="1">
              <a:latin typeface="Garamond" panose="02020404030301010803" pitchFamily="18" charset="0"/>
            </a:rPr>
            <a:t>Matola</a:t>
          </a:r>
          <a:r>
            <a:rPr lang="en-US" sz="2400" b="0" dirty="0">
              <a:latin typeface="Garamond" panose="02020404030301010803" pitchFamily="18" charset="0"/>
            </a:rPr>
            <a:t> I</a:t>
          </a:r>
        </a:p>
      </dgm:t>
    </dgm:pt>
    <dgm:pt modelId="{2F1971A5-6247-4506-8B47-EB9CEA06AFFC}" type="parTrans" cxnId="{30C7F0BD-8A15-4252-B8E4-29C348C01B0F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37D03756-769C-44B2-95B1-9A854770A08D}" type="sibTrans" cxnId="{30C7F0BD-8A15-4252-B8E4-29C348C01B0F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2964A3C7-74BC-4BB8-94BD-49CC64A6FAF6}">
      <dgm:prSet phldrT="[Text]" custT="1"/>
      <dgm:spPr>
        <a:solidFill>
          <a:schemeClr val="bg1">
            <a:lumMod val="85000"/>
            <a:alpha val="90000"/>
          </a:schemeClr>
        </a:solidFill>
        <a:scene3d>
          <a:camera prst="orthographicFront"/>
          <a:lightRig rig="threePt" dir="t"/>
        </a:scene3d>
        <a:sp3d/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da </a:t>
          </a:r>
          <a:r>
            <a:rPr lang="en-US" sz="2400" b="0" dirty="0" err="1">
              <a:latin typeface="Garamond" panose="02020404030301010803" pitchFamily="18" charset="0"/>
            </a:rPr>
            <a:t>Machava</a:t>
          </a:r>
          <a:r>
            <a:rPr lang="en-US" sz="2400" b="0" dirty="0">
              <a:latin typeface="Garamond" panose="02020404030301010803" pitchFamily="18" charset="0"/>
            </a:rPr>
            <a:t> I</a:t>
          </a:r>
        </a:p>
      </dgm:t>
    </dgm:pt>
    <dgm:pt modelId="{B135533E-688D-4FB8-82E4-57337D6B95F1}" type="parTrans" cxnId="{1FC1C6A0-7390-4917-9C44-9CB742461B72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AEC48686-86F5-4D62-B90E-088B33974EE2}" type="sibTrans" cxnId="{1FC1C6A0-7390-4917-9C44-9CB742461B72}">
      <dgm:prSet/>
      <dgm:spPr/>
      <dgm:t>
        <a:bodyPr/>
        <a:lstStyle/>
        <a:p>
          <a:endParaRPr lang="en-US" sz="1800" b="0">
            <a:latin typeface="Garamond" pitchFamily="18" charset="0"/>
          </a:endParaRPr>
        </a:p>
      </dgm:t>
    </dgm:pt>
    <dgm:pt modelId="{657E2A54-3C23-4FD7-AE78-8CE9A7412960}">
      <dgm:prSet custT="1"/>
      <dgm:spPr/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9</a:t>
          </a:r>
        </a:p>
      </dgm:t>
    </dgm:pt>
    <dgm:pt modelId="{94C9F7A1-8F41-41FA-B862-249D3095DB99}" type="parTrans" cxnId="{CAD5977F-5FB1-4BB0-A6EF-8CAB70F18454}">
      <dgm:prSet/>
      <dgm:spPr/>
      <dgm:t>
        <a:bodyPr/>
        <a:lstStyle/>
        <a:p>
          <a:endParaRPr lang="en-US"/>
        </a:p>
      </dgm:t>
    </dgm:pt>
    <dgm:pt modelId="{E18B77E6-7A53-401B-9AA8-54883E35AF68}" type="sibTrans" cxnId="{CAD5977F-5FB1-4BB0-A6EF-8CAB70F18454}">
      <dgm:prSet/>
      <dgm:spPr/>
      <dgm:t>
        <a:bodyPr/>
        <a:lstStyle/>
        <a:p>
          <a:endParaRPr lang="en-US"/>
        </a:p>
      </dgm:t>
    </dgm:pt>
    <dgm:pt modelId="{BB55D9CC-907B-4B85-8E3B-8AD803A6F612}">
      <dgm:prSet custT="1"/>
      <dgm:spPr/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6</a:t>
          </a:r>
        </a:p>
      </dgm:t>
    </dgm:pt>
    <dgm:pt modelId="{3C24C7A8-85DA-4B25-BDEC-994F91C06FF2}" type="parTrans" cxnId="{F987B4A8-D42E-4E25-82F6-85579597ABED}">
      <dgm:prSet/>
      <dgm:spPr/>
      <dgm:t>
        <a:bodyPr/>
        <a:lstStyle/>
        <a:p>
          <a:endParaRPr lang="en-US"/>
        </a:p>
      </dgm:t>
    </dgm:pt>
    <dgm:pt modelId="{B9F7AC34-1FAA-44E3-A45D-4531F3A6D141}" type="sibTrans" cxnId="{F987B4A8-D42E-4E25-82F6-85579597ABED}">
      <dgm:prSet/>
      <dgm:spPr/>
      <dgm:t>
        <a:bodyPr/>
        <a:lstStyle/>
        <a:p>
          <a:endParaRPr lang="en-US"/>
        </a:p>
      </dgm:t>
    </dgm:pt>
    <dgm:pt modelId="{D72E137C-927E-4317-B46D-4BDDD4795C3C}">
      <dgm:prSet custT="1"/>
      <dgm:spPr/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5</a:t>
          </a:r>
        </a:p>
      </dgm:t>
    </dgm:pt>
    <dgm:pt modelId="{EAFF16A9-D6EB-4882-B0CE-A21293819F00}" type="parTrans" cxnId="{D65D2BAC-581A-46E7-9BBB-AC6F839ACCA0}">
      <dgm:prSet/>
      <dgm:spPr/>
      <dgm:t>
        <a:bodyPr/>
        <a:lstStyle/>
        <a:p>
          <a:endParaRPr lang="en-US"/>
        </a:p>
      </dgm:t>
    </dgm:pt>
    <dgm:pt modelId="{6ED29AC1-27CB-4EAD-9633-91549201F19A}" type="sibTrans" cxnId="{D65D2BAC-581A-46E7-9BBB-AC6F839ACCA0}">
      <dgm:prSet/>
      <dgm:spPr/>
      <dgm:t>
        <a:bodyPr/>
        <a:lstStyle/>
        <a:p>
          <a:endParaRPr lang="en-US"/>
        </a:p>
      </dgm:t>
    </dgm:pt>
    <dgm:pt modelId="{2D60DB95-8F9B-46B4-A748-1BBE5CAE6127}">
      <dgm:prSet custT="1"/>
      <dgm:spPr/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7</a:t>
          </a:r>
        </a:p>
      </dgm:t>
    </dgm:pt>
    <dgm:pt modelId="{6AF91729-B8F2-428A-AE62-2BD1D2627AA0}" type="parTrans" cxnId="{92FEBF66-6FA2-43EF-B623-78DC7DEBADCB}">
      <dgm:prSet/>
      <dgm:spPr/>
      <dgm:t>
        <a:bodyPr/>
        <a:lstStyle/>
        <a:p>
          <a:endParaRPr lang="en-US"/>
        </a:p>
      </dgm:t>
    </dgm:pt>
    <dgm:pt modelId="{C999DEA7-EAE0-4A19-A205-815B76AA4E1E}" type="sibTrans" cxnId="{92FEBF66-6FA2-43EF-B623-78DC7DEBADCB}">
      <dgm:prSet/>
      <dgm:spPr/>
      <dgm:t>
        <a:bodyPr/>
        <a:lstStyle/>
        <a:p>
          <a:endParaRPr lang="en-US"/>
        </a:p>
      </dgm:t>
    </dgm:pt>
    <dgm:pt modelId="{9FC8D031-4338-4F83-81DF-1627EE7F4664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</a:t>
          </a:r>
          <a:r>
            <a:rPr lang="en-US" sz="2400" b="0" dirty="0" err="1">
              <a:latin typeface="Garamond" panose="02020404030301010803" pitchFamily="18" charset="0"/>
            </a:rPr>
            <a:t>Matola</a:t>
          </a:r>
          <a:r>
            <a:rPr lang="en-US" sz="2400" b="0" dirty="0">
              <a:latin typeface="Garamond" panose="02020404030301010803" pitchFamily="18" charset="0"/>
            </a:rPr>
            <a:t> II</a:t>
          </a:r>
        </a:p>
      </dgm:t>
    </dgm:pt>
    <dgm:pt modelId="{1AE48E87-CED9-4ADE-AC8B-54246F5B9F88}" type="parTrans" cxnId="{2D558FF9-1FBA-4415-9949-5C589B2355F9}">
      <dgm:prSet/>
      <dgm:spPr/>
      <dgm:t>
        <a:bodyPr/>
        <a:lstStyle/>
        <a:p>
          <a:endParaRPr lang="en-US"/>
        </a:p>
      </dgm:t>
    </dgm:pt>
    <dgm:pt modelId="{E24D913D-3877-4176-8E9A-B97AAD1C9867}" type="sibTrans" cxnId="{2D558FF9-1FBA-4415-9949-5C589B2355F9}">
      <dgm:prSet/>
      <dgm:spPr/>
      <dgm:t>
        <a:bodyPr/>
        <a:lstStyle/>
        <a:p>
          <a:endParaRPr lang="en-US"/>
        </a:p>
      </dgm:t>
    </dgm:pt>
    <dgm:pt modelId="{A56C9717-F409-43D9-AE91-7B3E986CE69D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da </a:t>
          </a:r>
          <a:r>
            <a:rPr lang="en-US" sz="2400" b="0" dirty="0" err="1">
              <a:latin typeface="Garamond" panose="02020404030301010803" pitchFamily="18" charset="0"/>
            </a:rPr>
            <a:t>Machava</a:t>
          </a:r>
          <a:r>
            <a:rPr lang="en-US" sz="2400" b="0" dirty="0">
              <a:latin typeface="Garamond" panose="02020404030301010803" pitchFamily="18" charset="0"/>
            </a:rPr>
            <a:t> II</a:t>
          </a:r>
        </a:p>
      </dgm:t>
    </dgm:pt>
    <dgm:pt modelId="{13905550-08F7-4610-ABE6-19F2BF6F6C64}" type="parTrans" cxnId="{52A5FACC-2958-427B-AFAA-3176B274AC49}">
      <dgm:prSet/>
      <dgm:spPr/>
      <dgm:t>
        <a:bodyPr/>
        <a:lstStyle/>
        <a:p>
          <a:endParaRPr lang="en-US"/>
        </a:p>
      </dgm:t>
    </dgm:pt>
    <dgm:pt modelId="{3680E0C2-DEF4-408B-ABB1-42C9EBBE57DB}" type="sibTrans" cxnId="{52A5FACC-2958-427B-AFAA-3176B274AC49}">
      <dgm:prSet/>
      <dgm:spPr/>
      <dgm:t>
        <a:bodyPr/>
        <a:lstStyle/>
        <a:p>
          <a:endParaRPr lang="en-US"/>
        </a:p>
      </dgm:t>
    </dgm:pt>
    <dgm:pt modelId="{26360504-35F5-49E1-9B72-FFE04E5AD9CC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</a:t>
          </a:r>
          <a:r>
            <a:rPr lang="en-US" sz="2400" b="0" dirty="0" err="1">
              <a:latin typeface="Garamond" panose="02020404030301010803" pitchFamily="18" charset="0"/>
            </a:rPr>
            <a:t>Muhalaze</a:t>
          </a:r>
          <a:endParaRPr lang="en-US" sz="2400" b="0" dirty="0">
            <a:latin typeface="Garamond" panose="02020404030301010803" pitchFamily="18" charset="0"/>
          </a:endParaRPr>
        </a:p>
      </dgm:t>
    </dgm:pt>
    <dgm:pt modelId="{5818681F-970A-4533-9484-517A85209B33}" type="parTrans" cxnId="{DEAC771C-4E8E-437D-87C8-FD6264C32C17}">
      <dgm:prSet/>
      <dgm:spPr/>
      <dgm:t>
        <a:bodyPr/>
        <a:lstStyle/>
        <a:p>
          <a:endParaRPr lang="en-US"/>
        </a:p>
      </dgm:t>
    </dgm:pt>
    <dgm:pt modelId="{BD8582C0-10BB-43B8-8522-53CD33489A3A}" type="sibTrans" cxnId="{DEAC771C-4E8E-437D-87C8-FD6264C32C17}">
      <dgm:prSet/>
      <dgm:spPr/>
      <dgm:t>
        <a:bodyPr/>
        <a:lstStyle/>
        <a:p>
          <a:endParaRPr lang="en-US"/>
        </a:p>
      </dgm:t>
    </dgm:pt>
    <dgm:pt modelId="{733F06D7-8FFC-4781-BB69-A5F77AC44989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de Liberdade  </a:t>
          </a:r>
        </a:p>
      </dgm:t>
    </dgm:pt>
    <dgm:pt modelId="{8ED2EC51-8FE0-42EE-A59B-A750DA22FE38}" type="parTrans" cxnId="{92C5F7AE-C5CD-45BA-B4EE-2E22C1CF11E4}">
      <dgm:prSet/>
      <dgm:spPr/>
      <dgm:t>
        <a:bodyPr/>
        <a:lstStyle/>
        <a:p>
          <a:endParaRPr lang="en-US"/>
        </a:p>
      </dgm:t>
    </dgm:pt>
    <dgm:pt modelId="{A42F281C-5FD4-40BB-8969-0A960F2FE0EA}" type="sibTrans" cxnId="{92C5F7AE-C5CD-45BA-B4EE-2E22C1CF11E4}">
      <dgm:prSet/>
      <dgm:spPr/>
      <dgm:t>
        <a:bodyPr/>
        <a:lstStyle/>
        <a:p>
          <a:endParaRPr lang="en-US"/>
        </a:p>
      </dgm:t>
    </dgm:pt>
    <dgm:pt modelId="{2E82603E-EF82-4B7D-A791-89D7867D2EDA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</a:t>
          </a:r>
          <a:r>
            <a:rPr lang="en-US" sz="2400" b="0" dirty="0">
              <a:latin typeface="Garamond" panose="02020404030301010803" pitchFamily="18" charset="0"/>
            </a:rPr>
            <a:t> </a:t>
          </a:r>
          <a:r>
            <a:rPr lang="en-US" sz="2400" b="0" dirty="0" err="1">
              <a:latin typeface="Garamond" panose="02020404030301010803" pitchFamily="18" charset="0"/>
            </a:rPr>
            <a:t>Ressano</a:t>
          </a:r>
          <a:r>
            <a:rPr lang="en-US" sz="2400" b="0" dirty="0">
              <a:latin typeface="Garamond" panose="02020404030301010803" pitchFamily="18" charset="0"/>
            </a:rPr>
            <a:t> Garcia</a:t>
          </a:r>
        </a:p>
      </dgm:t>
    </dgm:pt>
    <dgm:pt modelId="{FAA257AB-CD02-43E4-945E-26A9AC40DCCE}" type="sibTrans" cxnId="{E78C8D61-CE86-4892-8FEC-DE905722150F}">
      <dgm:prSet/>
      <dgm:spPr/>
      <dgm:t>
        <a:bodyPr/>
        <a:lstStyle/>
        <a:p>
          <a:endParaRPr lang="en-US"/>
        </a:p>
      </dgm:t>
    </dgm:pt>
    <dgm:pt modelId="{28CACC25-3C82-4D2D-9510-8AC1BE63EE0A}" type="parTrans" cxnId="{E78C8D61-CE86-4892-8FEC-DE905722150F}">
      <dgm:prSet/>
      <dgm:spPr/>
      <dgm:t>
        <a:bodyPr/>
        <a:lstStyle/>
        <a:p>
          <a:endParaRPr lang="en-US"/>
        </a:p>
      </dgm:t>
    </dgm:pt>
    <dgm:pt modelId="{118A9A1C-5411-4FD5-9518-7582CDEACA5D}">
      <dgm:prSet custT="1"/>
      <dgm:spPr/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10</a:t>
          </a:r>
        </a:p>
      </dgm:t>
    </dgm:pt>
    <dgm:pt modelId="{13690B29-F7D2-4127-BFCA-85CD3E6483B0}" type="parTrans" cxnId="{C78F377B-6E8C-4640-B8AE-85B616D5AF5F}">
      <dgm:prSet/>
      <dgm:spPr/>
      <dgm:t>
        <a:bodyPr/>
        <a:lstStyle/>
        <a:p>
          <a:endParaRPr lang="en-US"/>
        </a:p>
      </dgm:t>
    </dgm:pt>
    <dgm:pt modelId="{4563835D-DFBF-465A-A671-57FD0FFED71D}" type="sibTrans" cxnId="{C78F377B-6E8C-4640-B8AE-85B616D5AF5F}">
      <dgm:prSet/>
      <dgm:spPr/>
      <dgm:t>
        <a:bodyPr/>
        <a:lstStyle/>
        <a:p>
          <a:endParaRPr lang="en-US"/>
        </a:p>
      </dgm:t>
    </dgm:pt>
    <dgm:pt modelId="{ADA3A65F-F8B9-4B95-A1EA-F2C5BDDFA92F}">
      <dgm:prSet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r>
            <a:rPr lang="en-US" sz="2400" b="0" dirty="0">
              <a:latin typeface="Garamond" panose="02020404030301010803" pitchFamily="18" charset="0"/>
            </a:rPr>
            <a:t>Centro de </a:t>
          </a:r>
          <a:r>
            <a:rPr lang="en-US" sz="2400" b="0" dirty="0" err="1">
              <a:latin typeface="Garamond" panose="02020404030301010803" pitchFamily="18" charset="0"/>
            </a:rPr>
            <a:t>Saúdede</a:t>
          </a:r>
          <a:r>
            <a:rPr lang="en-US" sz="2400" b="0" dirty="0">
              <a:latin typeface="Garamond" panose="02020404030301010803" pitchFamily="18" charset="0"/>
            </a:rPr>
            <a:t> </a:t>
          </a:r>
          <a:r>
            <a:rPr lang="en-US" sz="2400" b="0" dirty="0" err="1">
              <a:latin typeface="Garamond" panose="02020404030301010803" pitchFamily="18" charset="0"/>
            </a:rPr>
            <a:t>Namaacha</a:t>
          </a:r>
          <a:r>
            <a:rPr lang="en-US" sz="2400" b="0" dirty="0">
              <a:latin typeface="Garamond" panose="02020404030301010803" pitchFamily="18" charset="0"/>
            </a:rPr>
            <a:t> </a:t>
          </a:r>
        </a:p>
      </dgm:t>
    </dgm:pt>
    <dgm:pt modelId="{EBAD124B-BD62-4726-8A4C-12B8C077E733}" type="parTrans" cxnId="{47201D5A-1F3D-4D3F-993B-BD179D64EEB2}">
      <dgm:prSet/>
      <dgm:spPr/>
      <dgm:t>
        <a:bodyPr/>
        <a:lstStyle/>
        <a:p>
          <a:endParaRPr lang="en-US"/>
        </a:p>
      </dgm:t>
    </dgm:pt>
    <dgm:pt modelId="{97DCAD3F-8913-41AB-9F9B-3C204F2D4916}" type="sibTrans" cxnId="{47201D5A-1F3D-4D3F-993B-BD179D64EEB2}">
      <dgm:prSet/>
      <dgm:spPr/>
      <dgm:t>
        <a:bodyPr/>
        <a:lstStyle/>
        <a:p>
          <a:endParaRPr lang="en-US"/>
        </a:p>
      </dgm:t>
    </dgm:pt>
    <dgm:pt modelId="{727BC585-7AC5-4146-AC37-46DA57E47B8B}" type="pres">
      <dgm:prSet presAssocID="{0CA6EB24-5FBD-4781-B942-2EB690FEA44D}" presName="linearFlow" presStyleCnt="0">
        <dgm:presLayoutVars>
          <dgm:dir/>
          <dgm:animLvl val="lvl"/>
          <dgm:resizeHandles val="exact"/>
        </dgm:presLayoutVars>
      </dgm:prSet>
      <dgm:spPr/>
    </dgm:pt>
    <dgm:pt modelId="{166A3274-AB93-437E-9734-95A9B2EEA30B}" type="pres">
      <dgm:prSet presAssocID="{932F8B66-B5AF-4466-AAF6-02E8D1A027D4}" presName="composite" presStyleCnt="0"/>
      <dgm:spPr>
        <a:scene3d>
          <a:camera prst="orthographicFront"/>
          <a:lightRig rig="threePt" dir="t"/>
        </a:scene3d>
        <a:sp3d/>
      </dgm:spPr>
    </dgm:pt>
    <dgm:pt modelId="{885C0B0A-504E-4956-9E8C-CCB6A3D72E7D}" type="pres">
      <dgm:prSet presAssocID="{932F8B66-B5AF-4466-AAF6-02E8D1A027D4}" presName="parentText" presStyleLbl="alignNode1" presStyleIdx="0" presStyleCnt="10" custLinFactNeighborY="-660">
        <dgm:presLayoutVars>
          <dgm:chMax val="1"/>
          <dgm:bulletEnabled val="1"/>
        </dgm:presLayoutVars>
      </dgm:prSet>
      <dgm:spPr/>
    </dgm:pt>
    <dgm:pt modelId="{35A6ADE1-C998-49E3-878B-A86C8D3882C8}" type="pres">
      <dgm:prSet presAssocID="{932F8B66-B5AF-4466-AAF6-02E8D1A027D4}" presName="descendantText" presStyleLbl="alignAcc1" presStyleIdx="0" presStyleCnt="10">
        <dgm:presLayoutVars>
          <dgm:bulletEnabled val="1"/>
        </dgm:presLayoutVars>
      </dgm:prSet>
      <dgm:spPr/>
    </dgm:pt>
    <dgm:pt modelId="{DCFFA21F-8311-4F6A-B343-109C70AA3E59}" type="pres">
      <dgm:prSet presAssocID="{987C7DE4-89F1-44C9-9580-ABBD0D457E40}" presName="sp" presStyleCnt="0"/>
      <dgm:spPr>
        <a:scene3d>
          <a:camera prst="orthographicFront"/>
          <a:lightRig rig="threePt" dir="t"/>
        </a:scene3d>
        <a:sp3d/>
      </dgm:spPr>
    </dgm:pt>
    <dgm:pt modelId="{E65B7C5B-0962-4DC3-909A-0EAD095573C9}" type="pres">
      <dgm:prSet presAssocID="{C5F47699-C3B5-4579-A806-EAE4888038B0}" presName="composite" presStyleCnt="0"/>
      <dgm:spPr>
        <a:scene3d>
          <a:camera prst="orthographicFront"/>
          <a:lightRig rig="threePt" dir="t"/>
        </a:scene3d>
        <a:sp3d/>
      </dgm:spPr>
    </dgm:pt>
    <dgm:pt modelId="{3C578FFF-0A31-4A21-85E4-CB682B5E7B63}" type="pres">
      <dgm:prSet presAssocID="{C5F47699-C3B5-4579-A806-EAE4888038B0}" presName="parentText" presStyleLbl="alignNode1" presStyleIdx="1" presStyleCnt="10" custLinFactNeighborY="-6539">
        <dgm:presLayoutVars>
          <dgm:chMax val="1"/>
          <dgm:bulletEnabled val="1"/>
        </dgm:presLayoutVars>
      </dgm:prSet>
      <dgm:spPr/>
    </dgm:pt>
    <dgm:pt modelId="{97780B2F-3BB7-4BC5-A0C2-00A7BA1B70EE}" type="pres">
      <dgm:prSet presAssocID="{C5F47699-C3B5-4579-A806-EAE4888038B0}" presName="descendantText" presStyleLbl="alignAcc1" presStyleIdx="1" presStyleCnt="10">
        <dgm:presLayoutVars>
          <dgm:bulletEnabled val="1"/>
        </dgm:presLayoutVars>
      </dgm:prSet>
      <dgm:spPr/>
    </dgm:pt>
    <dgm:pt modelId="{13F09BCF-91C3-4B1D-ADE7-75FF3D7EA60E}" type="pres">
      <dgm:prSet presAssocID="{2B2AA968-B8C4-40C5-AA7B-A0F5B4C77F88}" presName="sp" presStyleCnt="0"/>
      <dgm:spPr>
        <a:scene3d>
          <a:camera prst="orthographicFront"/>
          <a:lightRig rig="threePt" dir="t"/>
        </a:scene3d>
        <a:sp3d/>
      </dgm:spPr>
    </dgm:pt>
    <dgm:pt modelId="{C8D015AC-0C94-470B-A283-AA7417026D9F}" type="pres">
      <dgm:prSet presAssocID="{9D7C3F63-F2CE-4FCC-9954-AD1E5B0E91ED}" presName="composite" presStyleCnt="0"/>
      <dgm:spPr>
        <a:scene3d>
          <a:camera prst="orthographicFront"/>
          <a:lightRig rig="threePt" dir="t"/>
        </a:scene3d>
        <a:sp3d/>
      </dgm:spPr>
    </dgm:pt>
    <dgm:pt modelId="{06AC008E-28CC-4A62-A210-5C10B427FE49}" type="pres">
      <dgm:prSet presAssocID="{9D7C3F63-F2CE-4FCC-9954-AD1E5B0E91ED}" presName="parentText" presStyleLbl="alignNode1" presStyleIdx="2" presStyleCnt="10" custLinFactNeighborY="-6539">
        <dgm:presLayoutVars>
          <dgm:chMax val="1"/>
          <dgm:bulletEnabled val="1"/>
        </dgm:presLayoutVars>
      </dgm:prSet>
      <dgm:spPr/>
    </dgm:pt>
    <dgm:pt modelId="{BA74C495-CF5A-4784-A9BE-9CEF89260206}" type="pres">
      <dgm:prSet presAssocID="{9D7C3F63-F2CE-4FCC-9954-AD1E5B0E91ED}" presName="descendantText" presStyleLbl="alignAcc1" presStyleIdx="2" presStyleCnt="10">
        <dgm:presLayoutVars>
          <dgm:bulletEnabled val="1"/>
        </dgm:presLayoutVars>
      </dgm:prSet>
      <dgm:spPr/>
    </dgm:pt>
    <dgm:pt modelId="{CFD66425-1EFA-4DCC-9D24-09DD956954F0}" type="pres">
      <dgm:prSet presAssocID="{668DEED5-5BD0-48D0-AF77-3A3A02687D1D}" presName="sp" presStyleCnt="0"/>
      <dgm:spPr>
        <a:scene3d>
          <a:camera prst="orthographicFront"/>
          <a:lightRig rig="threePt" dir="t"/>
        </a:scene3d>
        <a:sp3d/>
      </dgm:spPr>
    </dgm:pt>
    <dgm:pt modelId="{31884C10-47ED-4807-B991-BB1432A9B023}" type="pres">
      <dgm:prSet presAssocID="{B98549AA-7F81-4611-920E-1F3F302C8855}" presName="composite" presStyleCnt="0"/>
      <dgm:spPr>
        <a:scene3d>
          <a:camera prst="orthographicFront"/>
          <a:lightRig rig="threePt" dir="t"/>
        </a:scene3d>
        <a:sp3d/>
      </dgm:spPr>
    </dgm:pt>
    <dgm:pt modelId="{702F466D-9522-4C12-AA3D-A18DE1714346}" type="pres">
      <dgm:prSet presAssocID="{B98549AA-7F81-4611-920E-1F3F302C8855}" presName="parentText" presStyleLbl="alignNode1" presStyleIdx="3" presStyleCnt="10" custLinFactNeighborY="-6539">
        <dgm:presLayoutVars>
          <dgm:chMax val="1"/>
          <dgm:bulletEnabled val="1"/>
        </dgm:presLayoutVars>
      </dgm:prSet>
      <dgm:spPr/>
    </dgm:pt>
    <dgm:pt modelId="{B2EBCEB8-725E-4BDB-A017-DD4FD3B88DD4}" type="pres">
      <dgm:prSet presAssocID="{B98549AA-7F81-4611-920E-1F3F302C8855}" presName="descendantText" presStyleLbl="alignAcc1" presStyleIdx="3" presStyleCnt="10">
        <dgm:presLayoutVars>
          <dgm:bulletEnabled val="1"/>
        </dgm:presLayoutVars>
      </dgm:prSet>
      <dgm:spPr/>
    </dgm:pt>
    <dgm:pt modelId="{3968C0A8-DC26-4A08-92D8-997B1572AD9E}" type="pres">
      <dgm:prSet presAssocID="{1AE4D8CE-09B8-4EA0-98DA-4322887726EF}" presName="sp" presStyleCnt="0"/>
      <dgm:spPr>
        <a:scene3d>
          <a:camera prst="orthographicFront"/>
          <a:lightRig rig="threePt" dir="t"/>
        </a:scene3d>
        <a:sp3d/>
      </dgm:spPr>
    </dgm:pt>
    <dgm:pt modelId="{45AA30E6-35B6-4378-9EB0-EF6BB6FA5FB2}" type="pres">
      <dgm:prSet presAssocID="{D72E137C-927E-4317-B46D-4BDDD4795C3C}" presName="composite" presStyleCnt="0"/>
      <dgm:spPr/>
    </dgm:pt>
    <dgm:pt modelId="{9D7B58FB-DA9B-432D-ABBF-D001852AAF2E}" type="pres">
      <dgm:prSet presAssocID="{D72E137C-927E-4317-B46D-4BDDD4795C3C}" presName="parentText" presStyleLbl="alignNode1" presStyleIdx="4" presStyleCnt="10" custLinFactNeighborY="-6539">
        <dgm:presLayoutVars>
          <dgm:chMax val="1"/>
          <dgm:bulletEnabled val="1"/>
        </dgm:presLayoutVars>
      </dgm:prSet>
      <dgm:spPr/>
    </dgm:pt>
    <dgm:pt modelId="{1CE8997B-8F54-43F5-8E0C-9CE9B7701DE1}" type="pres">
      <dgm:prSet presAssocID="{D72E137C-927E-4317-B46D-4BDDD4795C3C}" presName="descendantText" presStyleLbl="alignAcc1" presStyleIdx="4" presStyleCnt="10">
        <dgm:presLayoutVars>
          <dgm:bulletEnabled val="1"/>
        </dgm:presLayoutVars>
      </dgm:prSet>
      <dgm:spPr/>
    </dgm:pt>
    <dgm:pt modelId="{E3C23BA6-F79B-4AC9-A545-30014BF35E01}" type="pres">
      <dgm:prSet presAssocID="{6ED29AC1-27CB-4EAD-9633-91549201F19A}" presName="sp" presStyleCnt="0"/>
      <dgm:spPr/>
    </dgm:pt>
    <dgm:pt modelId="{2BBF82AE-A8B3-4D9E-ADFB-C91C2ECDA6A2}" type="pres">
      <dgm:prSet presAssocID="{BB55D9CC-907B-4B85-8E3B-8AD803A6F612}" presName="composite" presStyleCnt="0"/>
      <dgm:spPr/>
    </dgm:pt>
    <dgm:pt modelId="{55D91F7F-19D6-401A-895F-64CB8186F554}" type="pres">
      <dgm:prSet presAssocID="{BB55D9CC-907B-4B85-8E3B-8AD803A6F612}" presName="parentText" presStyleLbl="alignNode1" presStyleIdx="5" presStyleCnt="10" custLinFactNeighborY="-6539">
        <dgm:presLayoutVars>
          <dgm:chMax val="1"/>
          <dgm:bulletEnabled val="1"/>
        </dgm:presLayoutVars>
      </dgm:prSet>
      <dgm:spPr/>
    </dgm:pt>
    <dgm:pt modelId="{8A6A7FB9-5381-4C2B-B6F5-3FD3F8192D7E}" type="pres">
      <dgm:prSet presAssocID="{BB55D9CC-907B-4B85-8E3B-8AD803A6F612}" presName="descendantText" presStyleLbl="alignAcc1" presStyleIdx="5" presStyleCnt="10">
        <dgm:presLayoutVars>
          <dgm:bulletEnabled val="1"/>
        </dgm:presLayoutVars>
      </dgm:prSet>
      <dgm:spPr/>
    </dgm:pt>
    <dgm:pt modelId="{2B397708-8058-4996-8953-3E1318DE7A1D}" type="pres">
      <dgm:prSet presAssocID="{B9F7AC34-1FAA-44E3-A45D-4531F3A6D141}" presName="sp" presStyleCnt="0"/>
      <dgm:spPr/>
    </dgm:pt>
    <dgm:pt modelId="{0346EC49-BCD7-4BAA-BB7B-F7D6826D86F3}" type="pres">
      <dgm:prSet presAssocID="{2D60DB95-8F9B-46B4-A748-1BBE5CAE6127}" presName="composite" presStyleCnt="0"/>
      <dgm:spPr/>
    </dgm:pt>
    <dgm:pt modelId="{FAD99558-A0C6-4E01-AA23-899E684AC9F2}" type="pres">
      <dgm:prSet presAssocID="{2D60DB95-8F9B-46B4-A748-1BBE5CAE6127}" presName="parentText" presStyleLbl="alignNode1" presStyleIdx="6" presStyleCnt="10" custLinFactNeighborY="-6539">
        <dgm:presLayoutVars>
          <dgm:chMax val="1"/>
          <dgm:bulletEnabled val="1"/>
        </dgm:presLayoutVars>
      </dgm:prSet>
      <dgm:spPr/>
    </dgm:pt>
    <dgm:pt modelId="{136C7735-9C1C-4722-9393-44BB64B6CBB6}" type="pres">
      <dgm:prSet presAssocID="{2D60DB95-8F9B-46B4-A748-1BBE5CAE6127}" presName="descendantText" presStyleLbl="alignAcc1" presStyleIdx="6" presStyleCnt="10">
        <dgm:presLayoutVars>
          <dgm:bulletEnabled val="1"/>
        </dgm:presLayoutVars>
      </dgm:prSet>
      <dgm:spPr/>
    </dgm:pt>
    <dgm:pt modelId="{905E63AC-0EA7-410B-8197-942A9D7560FC}" type="pres">
      <dgm:prSet presAssocID="{C999DEA7-EAE0-4A19-A205-815B76AA4E1E}" presName="sp" presStyleCnt="0"/>
      <dgm:spPr/>
    </dgm:pt>
    <dgm:pt modelId="{A7103DA7-9411-49B0-A82C-60FE79045B67}" type="pres">
      <dgm:prSet presAssocID="{ADCE6C7F-1D0D-48CE-9E1A-9BBA3A499D83}" presName="composite" presStyleCnt="0"/>
      <dgm:spPr>
        <a:scene3d>
          <a:camera prst="orthographicFront"/>
          <a:lightRig rig="threePt" dir="t"/>
        </a:scene3d>
        <a:sp3d/>
      </dgm:spPr>
    </dgm:pt>
    <dgm:pt modelId="{E15DFACB-E779-4712-AC49-6A6F793F6FE3}" type="pres">
      <dgm:prSet presAssocID="{ADCE6C7F-1D0D-48CE-9E1A-9BBA3A499D83}" presName="parentText" presStyleLbl="alignNode1" presStyleIdx="7" presStyleCnt="10" custLinFactNeighborY="-6539">
        <dgm:presLayoutVars>
          <dgm:chMax val="1"/>
          <dgm:bulletEnabled val="1"/>
        </dgm:presLayoutVars>
      </dgm:prSet>
      <dgm:spPr/>
    </dgm:pt>
    <dgm:pt modelId="{E997DDD9-F4BF-42DD-BF79-C0A969F5C67B}" type="pres">
      <dgm:prSet presAssocID="{ADCE6C7F-1D0D-48CE-9E1A-9BBA3A499D83}" presName="descendantText" presStyleLbl="alignAcc1" presStyleIdx="7" presStyleCnt="10">
        <dgm:presLayoutVars>
          <dgm:bulletEnabled val="1"/>
        </dgm:presLayoutVars>
      </dgm:prSet>
      <dgm:spPr/>
    </dgm:pt>
    <dgm:pt modelId="{6E285067-C54D-485E-92C5-AAB97AA660D1}" type="pres">
      <dgm:prSet presAssocID="{81EA3C2D-E382-44E9-A9F2-0D23ACD4B368}" presName="sp" presStyleCnt="0"/>
      <dgm:spPr>
        <a:scene3d>
          <a:camera prst="orthographicFront"/>
          <a:lightRig rig="threePt" dir="t"/>
        </a:scene3d>
        <a:sp3d/>
      </dgm:spPr>
    </dgm:pt>
    <dgm:pt modelId="{E5BC806D-EEE5-4D5D-A2A2-B7CA25FC6D7C}" type="pres">
      <dgm:prSet presAssocID="{657E2A54-3C23-4FD7-AE78-8CE9A7412960}" presName="composite" presStyleCnt="0"/>
      <dgm:spPr/>
    </dgm:pt>
    <dgm:pt modelId="{BFF61EEC-2B32-44F0-81FD-213EE059F484}" type="pres">
      <dgm:prSet presAssocID="{657E2A54-3C23-4FD7-AE78-8CE9A7412960}" presName="parentText" presStyleLbl="alignNode1" presStyleIdx="8" presStyleCnt="10" custLinFactNeighborY="0">
        <dgm:presLayoutVars>
          <dgm:chMax val="1"/>
          <dgm:bulletEnabled val="1"/>
        </dgm:presLayoutVars>
      </dgm:prSet>
      <dgm:spPr/>
    </dgm:pt>
    <dgm:pt modelId="{5C69CF0B-EA58-4D51-8384-429AC2433227}" type="pres">
      <dgm:prSet presAssocID="{657E2A54-3C23-4FD7-AE78-8CE9A7412960}" presName="descendantText" presStyleLbl="alignAcc1" presStyleIdx="8" presStyleCnt="10">
        <dgm:presLayoutVars>
          <dgm:bulletEnabled val="1"/>
        </dgm:presLayoutVars>
      </dgm:prSet>
      <dgm:spPr/>
    </dgm:pt>
    <dgm:pt modelId="{70B96053-F7A7-417E-81D5-2FD6770CAA57}" type="pres">
      <dgm:prSet presAssocID="{E18B77E6-7A53-401B-9AA8-54883E35AF68}" presName="sp" presStyleCnt="0"/>
      <dgm:spPr/>
    </dgm:pt>
    <dgm:pt modelId="{00743E16-70A3-4350-86C3-F1B55FEBAD0A}" type="pres">
      <dgm:prSet presAssocID="{118A9A1C-5411-4FD5-9518-7582CDEACA5D}" presName="composite" presStyleCnt="0"/>
      <dgm:spPr/>
    </dgm:pt>
    <dgm:pt modelId="{BE314FA8-5F0F-4626-969C-C0852FF03BF1}" type="pres">
      <dgm:prSet presAssocID="{118A9A1C-5411-4FD5-9518-7582CDEACA5D}" presName="parentText" presStyleLbl="alignNode1" presStyleIdx="9" presStyleCnt="10" custLinFactNeighborY="0">
        <dgm:presLayoutVars>
          <dgm:chMax val="1"/>
          <dgm:bulletEnabled val="1"/>
        </dgm:presLayoutVars>
      </dgm:prSet>
      <dgm:spPr/>
    </dgm:pt>
    <dgm:pt modelId="{DDD9A5CF-2F66-47B8-AA62-5F2B98E0820C}" type="pres">
      <dgm:prSet presAssocID="{118A9A1C-5411-4FD5-9518-7582CDEACA5D}" presName="descendantText" presStyleLbl="alignAcc1" presStyleIdx="9" presStyleCnt="10" custScaleX="100100" custScaleY="108186" custLinFactNeighborX="362" custLinFactNeighborY="10743">
        <dgm:presLayoutVars>
          <dgm:bulletEnabled val="1"/>
        </dgm:presLayoutVars>
      </dgm:prSet>
      <dgm:spPr/>
    </dgm:pt>
  </dgm:ptLst>
  <dgm:cxnLst>
    <dgm:cxn modelId="{4255D80B-0465-4E3F-9C6C-F04B302FA738}" type="presOf" srcId="{ADCE6C7F-1D0D-48CE-9E1A-9BBA3A499D83}" destId="{E15DFACB-E779-4712-AC49-6A6F793F6FE3}" srcOrd="0" destOrd="0" presId="urn:microsoft.com/office/officeart/2005/8/layout/chevron2"/>
    <dgm:cxn modelId="{D75A9B0F-2634-494B-8ED3-B6A977D41763}" srcId="{0CA6EB24-5FBD-4781-B942-2EB690FEA44D}" destId="{C5F47699-C3B5-4579-A806-EAE4888038B0}" srcOrd="1" destOrd="0" parTransId="{AFFCB94C-50A7-4658-99BA-B8749B6C3DAC}" sibTransId="{2B2AA968-B8C4-40C5-AA7B-A0F5B4C77F88}"/>
    <dgm:cxn modelId="{50D7D416-2332-451D-BB0C-2BABFE3F331C}" type="presOf" srcId="{A56C9717-F409-43D9-AE91-7B3E986CE69D}" destId="{1CE8997B-8F54-43F5-8E0C-9CE9B7701DE1}" srcOrd="0" destOrd="0" presId="urn:microsoft.com/office/officeart/2005/8/layout/chevron2"/>
    <dgm:cxn modelId="{DEAC771C-4E8E-437D-87C8-FD6264C32C17}" srcId="{BB55D9CC-907B-4B85-8E3B-8AD803A6F612}" destId="{26360504-35F5-49E1-9B72-FFE04E5AD9CC}" srcOrd="0" destOrd="0" parTransId="{5818681F-970A-4533-9484-517A85209B33}" sibTransId="{BD8582C0-10BB-43B8-8522-53CD33489A3A}"/>
    <dgm:cxn modelId="{2E53AB20-9792-40FC-A8FC-12518B32C2DB}" type="presOf" srcId="{C5F47699-C3B5-4579-A806-EAE4888038B0}" destId="{3C578FFF-0A31-4A21-85E4-CB682B5E7B63}" srcOrd="0" destOrd="0" presId="urn:microsoft.com/office/officeart/2005/8/layout/chevron2"/>
    <dgm:cxn modelId="{CA495628-5184-4775-8CDA-6B918CAC8BB3}" type="presOf" srcId="{8A738D44-1AE9-4C83-997B-5805D6917D80}" destId="{97780B2F-3BB7-4BC5-A0C2-00A7BA1B70EE}" srcOrd="0" destOrd="0" presId="urn:microsoft.com/office/officeart/2005/8/layout/chevron2"/>
    <dgm:cxn modelId="{169B2E31-7B77-4CED-978C-E33763051265}" srcId="{0CA6EB24-5FBD-4781-B942-2EB690FEA44D}" destId="{932F8B66-B5AF-4466-AAF6-02E8D1A027D4}" srcOrd="0" destOrd="0" parTransId="{9613510E-136C-4D79-8038-672746BAADFF}" sibTransId="{987C7DE4-89F1-44C9-9580-ABBD0D457E40}"/>
    <dgm:cxn modelId="{18607634-BD90-4F90-AC2C-F7AFFF85F4F8}" type="presOf" srcId="{2964A3C7-74BC-4BB8-94BD-49CC64A6FAF6}" destId="{B2EBCEB8-725E-4BDB-A017-DD4FD3B88DD4}" srcOrd="0" destOrd="0" presId="urn:microsoft.com/office/officeart/2005/8/layout/chevron2"/>
    <dgm:cxn modelId="{9CE9EE5C-4061-4638-8FDF-142FD6289499}" type="presOf" srcId="{932F8B66-B5AF-4466-AAF6-02E8D1A027D4}" destId="{885C0B0A-504E-4956-9E8C-CCB6A3D72E7D}" srcOrd="0" destOrd="0" presId="urn:microsoft.com/office/officeart/2005/8/layout/chevron2"/>
    <dgm:cxn modelId="{A695D05F-4F4B-4A24-AB41-7D22BE480000}" type="presOf" srcId="{7E6F8974-40EE-4F1D-B247-B7832B0D3E3A}" destId="{E997DDD9-F4BF-42DD-BF79-C0A969F5C67B}" srcOrd="0" destOrd="0" presId="urn:microsoft.com/office/officeart/2005/8/layout/chevron2"/>
    <dgm:cxn modelId="{E78C8D61-CE86-4892-8FEC-DE905722150F}" srcId="{657E2A54-3C23-4FD7-AE78-8CE9A7412960}" destId="{2E82603E-EF82-4B7D-A791-89D7867D2EDA}" srcOrd="0" destOrd="0" parTransId="{28CACC25-3C82-4D2D-9510-8AC1BE63EE0A}" sibTransId="{FAA257AB-CD02-43E4-945E-26A9AC40DCCE}"/>
    <dgm:cxn modelId="{33800144-8148-4D07-9F6B-AE3ED240BC96}" type="presOf" srcId="{9D7C3F63-F2CE-4FCC-9954-AD1E5B0E91ED}" destId="{06AC008E-28CC-4A62-A210-5C10B427FE49}" srcOrd="0" destOrd="0" presId="urn:microsoft.com/office/officeart/2005/8/layout/chevron2"/>
    <dgm:cxn modelId="{187FCD44-FF04-4A91-A9C3-553A46E4EA27}" srcId="{0CA6EB24-5FBD-4781-B942-2EB690FEA44D}" destId="{ADCE6C7F-1D0D-48CE-9E1A-9BBA3A499D83}" srcOrd="7" destOrd="0" parTransId="{03C3E65B-2E15-440C-9DBB-2BC63A4AAE46}" sibTransId="{81EA3C2D-E382-44E9-A9F2-0D23ACD4B368}"/>
    <dgm:cxn modelId="{92FEBF66-6FA2-43EF-B623-78DC7DEBADCB}" srcId="{0CA6EB24-5FBD-4781-B942-2EB690FEA44D}" destId="{2D60DB95-8F9B-46B4-A748-1BBE5CAE6127}" srcOrd="6" destOrd="0" parTransId="{6AF91729-B8F2-428A-AE62-2BD1D2627AA0}" sibTransId="{C999DEA7-EAE0-4A19-A205-815B76AA4E1E}"/>
    <dgm:cxn modelId="{9ABA5947-E758-48CB-9883-0ECF65F55274}" type="presOf" srcId="{733F06D7-8FFC-4781-BB69-A5F77AC44989}" destId="{136C7735-9C1C-4722-9393-44BB64B6CBB6}" srcOrd="0" destOrd="0" presId="urn:microsoft.com/office/officeart/2005/8/layout/chevron2"/>
    <dgm:cxn modelId="{488E8869-618E-4DA6-A40D-E508DABEE2CA}" type="presOf" srcId="{ADA3A65F-F8B9-4B95-A1EA-F2C5BDDFA92F}" destId="{DDD9A5CF-2F66-47B8-AA62-5F2B98E0820C}" srcOrd="0" destOrd="0" presId="urn:microsoft.com/office/officeart/2005/8/layout/chevron2"/>
    <dgm:cxn modelId="{C5AD994D-BFF1-42E9-8E38-4F2AA4B88E62}" type="presOf" srcId="{D72E137C-927E-4317-B46D-4BDDD4795C3C}" destId="{9D7B58FB-DA9B-432D-ABBF-D001852AAF2E}" srcOrd="0" destOrd="0" presId="urn:microsoft.com/office/officeart/2005/8/layout/chevron2"/>
    <dgm:cxn modelId="{AFBA3973-1EA8-4091-855E-F19345675C30}" type="presOf" srcId="{657E2A54-3C23-4FD7-AE78-8CE9A7412960}" destId="{BFF61EEC-2B32-44F0-81FD-213EE059F484}" srcOrd="0" destOrd="0" presId="urn:microsoft.com/office/officeart/2005/8/layout/chevron2"/>
    <dgm:cxn modelId="{3F1B5F73-9CA0-4077-AE68-A8119323FE3B}" srcId="{932F8B66-B5AF-4466-AAF6-02E8D1A027D4}" destId="{A4B2A4B6-6510-4EDE-8CAE-DD8DA0B688FC}" srcOrd="0" destOrd="0" parTransId="{57CCFC00-80C0-4CA0-A522-D43591D96BEA}" sibTransId="{9A4284AC-23C5-458C-AC60-7F4185C28D0F}"/>
    <dgm:cxn modelId="{EBCD3957-2A40-4530-8BDA-05147690F7A6}" type="presOf" srcId="{B98549AA-7F81-4611-920E-1F3F302C8855}" destId="{702F466D-9522-4C12-AA3D-A18DE1714346}" srcOrd="0" destOrd="0" presId="urn:microsoft.com/office/officeart/2005/8/layout/chevron2"/>
    <dgm:cxn modelId="{47201D5A-1F3D-4D3F-993B-BD179D64EEB2}" srcId="{118A9A1C-5411-4FD5-9518-7582CDEACA5D}" destId="{ADA3A65F-F8B9-4B95-A1EA-F2C5BDDFA92F}" srcOrd="0" destOrd="0" parTransId="{EBAD124B-BD62-4726-8A4C-12B8C077E733}" sibTransId="{97DCAD3F-8913-41AB-9F9B-3C204F2D4916}"/>
    <dgm:cxn modelId="{C78F377B-6E8C-4640-B8AE-85B616D5AF5F}" srcId="{0CA6EB24-5FBD-4781-B942-2EB690FEA44D}" destId="{118A9A1C-5411-4FD5-9518-7582CDEACA5D}" srcOrd="9" destOrd="0" parTransId="{13690B29-F7D2-4127-BFCA-85CD3E6483B0}" sibTransId="{4563835D-DFBF-465A-A671-57FD0FFED71D}"/>
    <dgm:cxn modelId="{77505D7F-390A-4618-8F63-F3A04BEF9B29}" type="presOf" srcId="{2E82603E-EF82-4B7D-A791-89D7867D2EDA}" destId="{5C69CF0B-EA58-4D51-8384-429AC2433227}" srcOrd="0" destOrd="0" presId="urn:microsoft.com/office/officeart/2005/8/layout/chevron2"/>
    <dgm:cxn modelId="{CAD5977F-5FB1-4BB0-A6EF-8CAB70F18454}" srcId="{0CA6EB24-5FBD-4781-B942-2EB690FEA44D}" destId="{657E2A54-3C23-4FD7-AE78-8CE9A7412960}" srcOrd="8" destOrd="0" parTransId="{94C9F7A1-8F41-41FA-B862-249D3095DB99}" sibTransId="{E18B77E6-7A53-401B-9AA8-54883E35AF68}"/>
    <dgm:cxn modelId="{39C9B880-F050-4144-A4BF-423B1F6F00DA}" srcId="{0CA6EB24-5FBD-4781-B942-2EB690FEA44D}" destId="{9D7C3F63-F2CE-4FCC-9954-AD1E5B0E91ED}" srcOrd="2" destOrd="0" parTransId="{1A4B88CA-BFAF-4A71-8C80-CE8E000F56B1}" sibTransId="{668DEED5-5BD0-48D0-AF77-3A3A02687D1D}"/>
    <dgm:cxn modelId="{52C90F9A-88DA-4754-8EE9-901ED61562E7}" type="presOf" srcId="{26360504-35F5-49E1-9B72-FFE04E5AD9CC}" destId="{8A6A7FB9-5381-4C2B-B6F5-3FD3F8192D7E}" srcOrd="0" destOrd="0" presId="urn:microsoft.com/office/officeart/2005/8/layout/chevron2"/>
    <dgm:cxn modelId="{1FC1C6A0-7390-4917-9C44-9CB742461B72}" srcId="{B98549AA-7F81-4611-920E-1F3F302C8855}" destId="{2964A3C7-74BC-4BB8-94BD-49CC64A6FAF6}" srcOrd="0" destOrd="0" parTransId="{B135533E-688D-4FB8-82E4-57337D6B95F1}" sibTransId="{AEC48686-86F5-4D62-B90E-088B33974EE2}"/>
    <dgm:cxn modelId="{F987B4A8-D42E-4E25-82F6-85579597ABED}" srcId="{0CA6EB24-5FBD-4781-B942-2EB690FEA44D}" destId="{BB55D9CC-907B-4B85-8E3B-8AD803A6F612}" srcOrd="5" destOrd="0" parTransId="{3C24C7A8-85DA-4B25-BDEC-994F91C06FF2}" sibTransId="{B9F7AC34-1FAA-44E3-A45D-4531F3A6D141}"/>
    <dgm:cxn modelId="{D65D2BAC-581A-46E7-9BBB-AC6F839ACCA0}" srcId="{0CA6EB24-5FBD-4781-B942-2EB690FEA44D}" destId="{D72E137C-927E-4317-B46D-4BDDD4795C3C}" srcOrd="4" destOrd="0" parTransId="{EAFF16A9-D6EB-4882-B0CE-A21293819F00}" sibTransId="{6ED29AC1-27CB-4EAD-9633-91549201F19A}"/>
    <dgm:cxn modelId="{92C5F7AE-C5CD-45BA-B4EE-2E22C1CF11E4}" srcId="{2D60DB95-8F9B-46B4-A748-1BBE5CAE6127}" destId="{733F06D7-8FFC-4781-BB69-A5F77AC44989}" srcOrd="0" destOrd="0" parTransId="{8ED2EC51-8FE0-42EE-A59B-A750DA22FE38}" sibTransId="{A42F281C-5FD4-40BB-8969-0A960F2FE0EA}"/>
    <dgm:cxn modelId="{582A9CB3-8BBD-4230-A384-E4B0A29C6FDB}" srcId="{0CA6EB24-5FBD-4781-B942-2EB690FEA44D}" destId="{B98549AA-7F81-4611-920E-1F3F302C8855}" srcOrd="3" destOrd="0" parTransId="{190E5296-D319-4940-B7AC-D840B5D1C1C7}" sibTransId="{1AE4D8CE-09B8-4EA0-98DA-4322887726EF}"/>
    <dgm:cxn modelId="{30C7F0BD-8A15-4252-B8E4-29C348C01B0F}" srcId="{C5F47699-C3B5-4579-A806-EAE4888038B0}" destId="{8A738D44-1AE9-4C83-997B-5805D6917D80}" srcOrd="0" destOrd="0" parTransId="{2F1971A5-6247-4506-8B47-EB9CEA06AFFC}" sibTransId="{37D03756-769C-44B2-95B1-9A854770A08D}"/>
    <dgm:cxn modelId="{790F9EC1-C55F-4ECE-B664-FC68A5686B5E}" type="presOf" srcId="{A4B2A4B6-6510-4EDE-8CAE-DD8DA0B688FC}" destId="{35A6ADE1-C998-49E3-878B-A86C8D3882C8}" srcOrd="0" destOrd="0" presId="urn:microsoft.com/office/officeart/2005/8/layout/chevron2"/>
    <dgm:cxn modelId="{E39695C9-F96A-41C5-A448-D870512B1F50}" srcId="{ADCE6C7F-1D0D-48CE-9E1A-9BBA3A499D83}" destId="{7E6F8974-40EE-4F1D-B247-B7832B0D3E3A}" srcOrd="0" destOrd="0" parTransId="{E5078309-53A1-498E-A3E5-6629378E4B0E}" sibTransId="{71B0EDE3-758D-4BBC-BEB3-7D827C4D2237}"/>
    <dgm:cxn modelId="{E7EE15CC-3730-4C65-9E99-B3942CADF176}" type="presOf" srcId="{2D60DB95-8F9B-46B4-A748-1BBE5CAE6127}" destId="{FAD99558-A0C6-4E01-AA23-899E684AC9F2}" srcOrd="0" destOrd="0" presId="urn:microsoft.com/office/officeart/2005/8/layout/chevron2"/>
    <dgm:cxn modelId="{52A5FACC-2958-427B-AFAA-3176B274AC49}" srcId="{D72E137C-927E-4317-B46D-4BDDD4795C3C}" destId="{A56C9717-F409-43D9-AE91-7B3E986CE69D}" srcOrd="0" destOrd="0" parTransId="{13905550-08F7-4610-ABE6-19F2BF6F6C64}" sibTransId="{3680E0C2-DEF4-408B-ABB1-42C9EBBE57DB}"/>
    <dgm:cxn modelId="{22B852D5-729D-4DDC-82C5-F0542F45A923}" type="presOf" srcId="{118A9A1C-5411-4FD5-9518-7582CDEACA5D}" destId="{BE314FA8-5F0F-4626-969C-C0852FF03BF1}" srcOrd="0" destOrd="0" presId="urn:microsoft.com/office/officeart/2005/8/layout/chevron2"/>
    <dgm:cxn modelId="{C77D6EDF-A35E-440B-9FE3-781CF4F48E2D}" type="presOf" srcId="{9FC8D031-4338-4F83-81DF-1627EE7F4664}" destId="{BA74C495-CF5A-4784-A9BE-9CEF89260206}" srcOrd="0" destOrd="0" presId="urn:microsoft.com/office/officeart/2005/8/layout/chevron2"/>
    <dgm:cxn modelId="{CE9106E2-2782-4F91-A49E-13110CA7EED6}" type="presOf" srcId="{BB55D9CC-907B-4B85-8E3B-8AD803A6F612}" destId="{55D91F7F-19D6-401A-895F-64CB8186F554}" srcOrd="0" destOrd="0" presId="urn:microsoft.com/office/officeart/2005/8/layout/chevron2"/>
    <dgm:cxn modelId="{D99D69F4-3583-4944-909A-E19788DAA551}" type="presOf" srcId="{0CA6EB24-5FBD-4781-B942-2EB690FEA44D}" destId="{727BC585-7AC5-4146-AC37-46DA57E47B8B}" srcOrd="0" destOrd="0" presId="urn:microsoft.com/office/officeart/2005/8/layout/chevron2"/>
    <dgm:cxn modelId="{2D558FF9-1FBA-4415-9949-5C589B2355F9}" srcId="{9D7C3F63-F2CE-4FCC-9954-AD1E5B0E91ED}" destId="{9FC8D031-4338-4F83-81DF-1627EE7F4664}" srcOrd="0" destOrd="0" parTransId="{1AE48E87-CED9-4ADE-AC8B-54246F5B9F88}" sibTransId="{E24D913D-3877-4176-8E9A-B97AAD1C9867}"/>
    <dgm:cxn modelId="{2F046A47-7ED2-4828-9F97-AAA0A47F48B5}" type="presParOf" srcId="{727BC585-7AC5-4146-AC37-46DA57E47B8B}" destId="{166A3274-AB93-437E-9734-95A9B2EEA30B}" srcOrd="0" destOrd="0" presId="urn:microsoft.com/office/officeart/2005/8/layout/chevron2"/>
    <dgm:cxn modelId="{2D4DBF01-39CF-4A94-8804-6FBB6473B509}" type="presParOf" srcId="{166A3274-AB93-437E-9734-95A9B2EEA30B}" destId="{885C0B0A-504E-4956-9E8C-CCB6A3D72E7D}" srcOrd="0" destOrd="0" presId="urn:microsoft.com/office/officeart/2005/8/layout/chevron2"/>
    <dgm:cxn modelId="{E4214727-6396-476E-AD51-E17ED2DA6E20}" type="presParOf" srcId="{166A3274-AB93-437E-9734-95A9B2EEA30B}" destId="{35A6ADE1-C998-49E3-878B-A86C8D3882C8}" srcOrd="1" destOrd="0" presId="urn:microsoft.com/office/officeart/2005/8/layout/chevron2"/>
    <dgm:cxn modelId="{0A249D69-3BA6-45ED-8264-05E23F31BB1D}" type="presParOf" srcId="{727BC585-7AC5-4146-AC37-46DA57E47B8B}" destId="{DCFFA21F-8311-4F6A-B343-109C70AA3E59}" srcOrd="1" destOrd="0" presId="urn:microsoft.com/office/officeart/2005/8/layout/chevron2"/>
    <dgm:cxn modelId="{17DE497D-E0BD-4C10-A67D-7AF21E7ED3F1}" type="presParOf" srcId="{727BC585-7AC5-4146-AC37-46DA57E47B8B}" destId="{E65B7C5B-0962-4DC3-909A-0EAD095573C9}" srcOrd="2" destOrd="0" presId="urn:microsoft.com/office/officeart/2005/8/layout/chevron2"/>
    <dgm:cxn modelId="{75AFCF54-FBFA-4209-BAE8-21CB90D46626}" type="presParOf" srcId="{E65B7C5B-0962-4DC3-909A-0EAD095573C9}" destId="{3C578FFF-0A31-4A21-85E4-CB682B5E7B63}" srcOrd="0" destOrd="0" presId="urn:microsoft.com/office/officeart/2005/8/layout/chevron2"/>
    <dgm:cxn modelId="{EE4AA75E-0A0C-4E26-9DA1-C7C90F96F68A}" type="presParOf" srcId="{E65B7C5B-0962-4DC3-909A-0EAD095573C9}" destId="{97780B2F-3BB7-4BC5-A0C2-00A7BA1B70EE}" srcOrd="1" destOrd="0" presId="urn:microsoft.com/office/officeart/2005/8/layout/chevron2"/>
    <dgm:cxn modelId="{55B9ECCF-D229-4C5B-8944-FC2FF170D4F0}" type="presParOf" srcId="{727BC585-7AC5-4146-AC37-46DA57E47B8B}" destId="{13F09BCF-91C3-4B1D-ADE7-75FF3D7EA60E}" srcOrd="3" destOrd="0" presId="urn:microsoft.com/office/officeart/2005/8/layout/chevron2"/>
    <dgm:cxn modelId="{E8588603-4A11-4231-AAED-6B1F5D1BCAB2}" type="presParOf" srcId="{727BC585-7AC5-4146-AC37-46DA57E47B8B}" destId="{C8D015AC-0C94-470B-A283-AA7417026D9F}" srcOrd="4" destOrd="0" presId="urn:microsoft.com/office/officeart/2005/8/layout/chevron2"/>
    <dgm:cxn modelId="{21E3039D-8B9B-4ABC-8FD2-A438E55FB765}" type="presParOf" srcId="{C8D015AC-0C94-470B-A283-AA7417026D9F}" destId="{06AC008E-28CC-4A62-A210-5C10B427FE49}" srcOrd="0" destOrd="0" presId="urn:microsoft.com/office/officeart/2005/8/layout/chevron2"/>
    <dgm:cxn modelId="{07CDC1EC-3B29-480A-9AB4-5230FBD42A9A}" type="presParOf" srcId="{C8D015AC-0C94-470B-A283-AA7417026D9F}" destId="{BA74C495-CF5A-4784-A9BE-9CEF89260206}" srcOrd="1" destOrd="0" presId="urn:microsoft.com/office/officeart/2005/8/layout/chevron2"/>
    <dgm:cxn modelId="{A5CCA0E9-6A4E-46B7-97A6-279D8F68B903}" type="presParOf" srcId="{727BC585-7AC5-4146-AC37-46DA57E47B8B}" destId="{CFD66425-1EFA-4DCC-9D24-09DD956954F0}" srcOrd="5" destOrd="0" presId="urn:microsoft.com/office/officeart/2005/8/layout/chevron2"/>
    <dgm:cxn modelId="{39D3A06A-7BD4-4A6A-B444-119E3A8EC7CF}" type="presParOf" srcId="{727BC585-7AC5-4146-AC37-46DA57E47B8B}" destId="{31884C10-47ED-4807-B991-BB1432A9B023}" srcOrd="6" destOrd="0" presId="urn:microsoft.com/office/officeart/2005/8/layout/chevron2"/>
    <dgm:cxn modelId="{24544CB6-7133-4735-9968-D3779E53126D}" type="presParOf" srcId="{31884C10-47ED-4807-B991-BB1432A9B023}" destId="{702F466D-9522-4C12-AA3D-A18DE1714346}" srcOrd="0" destOrd="0" presId="urn:microsoft.com/office/officeart/2005/8/layout/chevron2"/>
    <dgm:cxn modelId="{9920E2D0-58F9-428B-B974-4F8E789681A8}" type="presParOf" srcId="{31884C10-47ED-4807-B991-BB1432A9B023}" destId="{B2EBCEB8-725E-4BDB-A017-DD4FD3B88DD4}" srcOrd="1" destOrd="0" presId="urn:microsoft.com/office/officeart/2005/8/layout/chevron2"/>
    <dgm:cxn modelId="{937A1CDF-214C-4F4E-A82C-C3B4A0F1A4CF}" type="presParOf" srcId="{727BC585-7AC5-4146-AC37-46DA57E47B8B}" destId="{3968C0A8-DC26-4A08-92D8-997B1572AD9E}" srcOrd="7" destOrd="0" presId="urn:microsoft.com/office/officeart/2005/8/layout/chevron2"/>
    <dgm:cxn modelId="{A1677ECA-1F3B-46A8-9B3B-274833D52CAF}" type="presParOf" srcId="{727BC585-7AC5-4146-AC37-46DA57E47B8B}" destId="{45AA30E6-35B6-4378-9EB0-EF6BB6FA5FB2}" srcOrd="8" destOrd="0" presId="urn:microsoft.com/office/officeart/2005/8/layout/chevron2"/>
    <dgm:cxn modelId="{090F3282-2B06-4E95-B69E-FEB19FE8F415}" type="presParOf" srcId="{45AA30E6-35B6-4378-9EB0-EF6BB6FA5FB2}" destId="{9D7B58FB-DA9B-432D-ABBF-D001852AAF2E}" srcOrd="0" destOrd="0" presId="urn:microsoft.com/office/officeart/2005/8/layout/chevron2"/>
    <dgm:cxn modelId="{8CC896E0-0A7D-45D0-AB69-253124012AD7}" type="presParOf" srcId="{45AA30E6-35B6-4378-9EB0-EF6BB6FA5FB2}" destId="{1CE8997B-8F54-43F5-8E0C-9CE9B7701DE1}" srcOrd="1" destOrd="0" presId="urn:microsoft.com/office/officeart/2005/8/layout/chevron2"/>
    <dgm:cxn modelId="{A4EB408C-119B-45AD-9015-4FBE0DA8A476}" type="presParOf" srcId="{727BC585-7AC5-4146-AC37-46DA57E47B8B}" destId="{E3C23BA6-F79B-4AC9-A545-30014BF35E01}" srcOrd="9" destOrd="0" presId="urn:microsoft.com/office/officeart/2005/8/layout/chevron2"/>
    <dgm:cxn modelId="{775D7C46-12AD-43CA-8AF5-9F3FDD172FD7}" type="presParOf" srcId="{727BC585-7AC5-4146-AC37-46DA57E47B8B}" destId="{2BBF82AE-A8B3-4D9E-ADFB-C91C2ECDA6A2}" srcOrd="10" destOrd="0" presId="urn:microsoft.com/office/officeart/2005/8/layout/chevron2"/>
    <dgm:cxn modelId="{B38AAA07-4D65-46DA-94DC-FAD0F0CD7506}" type="presParOf" srcId="{2BBF82AE-A8B3-4D9E-ADFB-C91C2ECDA6A2}" destId="{55D91F7F-19D6-401A-895F-64CB8186F554}" srcOrd="0" destOrd="0" presId="urn:microsoft.com/office/officeart/2005/8/layout/chevron2"/>
    <dgm:cxn modelId="{FF2676E6-CBFD-4F84-B984-62E731A8DAD7}" type="presParOf" srcId="{2BBF82AE-A8B3-4D9E-ADFB-C91C2ECDA6A2}" destId="{8A6A7FB9-5381-4C2B-B6F5-3FD3F8192D7E}" srcOrd="1" destOrd="0" presId="urn:microsoft.com/office/officeart/2005/8/layout/chevron2"/>
    <dgm:cxn modelId="{DEFA841F-CFB1-4E91-AFFB-C2A78C630D1F}" type="presParOf" srcId="{727BC585-7AC5-4146-AC37-46DA57E47B8B}" destId="{2B397708-8058-4996-8953-3E1318DE7A1D}" srcOrd="11" destOrd="0" presId="urn:microsoft.com/office/officeart/2005/8/layout/chevron2"/>
    <dgm:cxn modelId="{E99003D5-EDF9-4C3F-BEC4-14AF0C4419DE}" type="presParOf" srcId="{727BC585-7AC5-4146-AC37-46DA57E47B8B}" destId="{0346EC49-BCD7-4BAA-BB7B-F7D6826D86F3}" srcOrd="12" destOrd="0" presId="urn:microsoft.com/office/officeart/2005/8/layout/chevron2"/>
    <dgm:cxn modelId="{0F6BC1B9-8A54-4FC5-9728-5A7F863DBE48}" type="presParOf" srcId="{0346EC49-BCD7-4BAA-BB7B-F7D6826D86F3}" destId="{FAD99558-A0C6-4E01-AA23-899E684AC9F2}" srcOrd="0" destOrd="0" presId="urn:microsoft.com/office/officeart/2005/8/layout/chevron2"/>
    <dgm:cxn modelId="{4ADA8673-401C-49AB-9D7D-CE8F1DA623A0}" type="presParOf" srcId="{0346EC49-BCD7-4BAA-BB7B-F7D6826D86F3}" destId="{136C7735-9C1C-4722-9393-44BB64B6CBB6}" srcOrd="1" destOrd="0" presId="urn:microsoft.com/office/officeart/2005/8/layout/chevron2"/>
    <dgm:cxn modelId="{EDE648B1-682F-4638-A8B4-76984CC9247E}" type="presParOf" srcId="{727BC585-7AC5-4146-AC37-46DA57E47B8B}" destId="{905E63AC-0EA7-410B-8197-942A9D7560FC}" srcOrd="13" destOrd="0" presId="urn:microsoft.com/office/officeart/2005/8/layout/chevron2"/>
    <dgm:cxn modelId="{1FD449F5-304C-473F-A070-7EC3EFF046B2}" type="presParOf" srcId="{727BC585-7AC5-4146-AC37-46DA57E47B8B}" destId="{A7103DA7-9411-49B0-A82C-60FE79045B67}" srcOrd="14" destOrd="0" presId="urn:microsoft.com/office/officeart/2005/8/layout/chevron2"/>
    <dgm:cxn modelId="{0BE3DFF2-4CDF-418B-A14B-43A2BB68654A}" type="presParOf" srcId="{A7103DA7-9411-49B0-A82C-60FE79045B67}" destId="{E15DFACB-E779-4712-AC49-6A6F793F6FE3}" srcOrd="0" destOrd="0" presId="urn:microsoft.com/office/officeart/2005/8/layout/chevron2"/>
    <dgm:cxn modelId="{FFAF60F5-2706-4366-8589-4AEBD62D1AD7}" type="presParOf" srcId="{A7103DA7-9411-49B0-A82C-60FE79045B67}" destId="{E997DDD9-F4BF-42DD-BF79-C0A969F5C67B}" srcOrd="1" destOrd="0" presId="urn:microsoft.com/office/officeart/2005/8/layout/chevron2"/>
    <dgm:cxn modelId="{28A471B4-2A2D-4D68-B46E-5EFF41F94CAC}" type="presParOf" srcId="{727BC585-7AC5-4146-AC37-46DA57E47B8B}" destId="{6E285067-C54D-485E-92C5-AAB97AA660D1}" srcOrd="15" destOrd="0" presId="urn:microsoft.com/office/officeart/2005/8/layout/chevron2"/>
    <dgm:cxn modelId="{3AA31065-C334-4586-A7D0-BBBD9B3E8976}" type="presParOf" srcId="{727BC585-7AC5-4146-AC37-46DA57E47B8B}" destId="{E5BC806D-EEE5-4D5D-A2A2-B7CA25FC6D7C}" srcOrd="16" destOrd="0" presId="urn:microsoft.com/office/officeart/2005/8/layout/chevron2"/>
    <dgm:cxn modelId="{CF082108-5851-401D-83E4-8D17736061C2}" type="presParOf" srcId="{E5BC806D-EEE5-4D5D-A2A2-B7CA25FC6D7C}" destId="{BFF61EEC-2B32-44F0-81FD-213EE059F484}" srcOrd="0" destOrd="0" presId="urn:microsoft.com/office/officeart/2005/8/layout/chevron2"/>
    <dgm:cxn modelId="{7CEFB66B-814F-41A7-B8AF-C4E48ACF0383}" type="presParOf" srcId="{E5BC806D-EEE5-4D5D-A2A2-B7CA25FC6D7C}" destId="{5C69CF0B-EA58-4D51-8384-429AC2433227}" srcOrd="1" destOrd="0" presId="urn:microsoft.com/office/officeart/2005/8/layout/chevron2"/>
    <dgm:cxn modelId="{55A6FC3C-8C8F-438C-86A4-684038ADB302}" type="presParOf" srcId="{727BC585-7AC5-4146-AC37-46DA57E47B8B}" destId="{70B96053-F7A7-417E-81D5-2FD6770CAA57}" srcOrd="17" destOrd="0" presId="urn:microsoft.com/office/officeart/2005/8/layout/chevron2"/>
    <dgm:cxn modelId="{FC501443-211C-4B56-9A96-A152A834921D}" type="presParOf" srcId="{727BC585-7AC5-4146-AC37-46DA57E47B8B}" destId="{00743E16-70A3-4350-86C3-F1B55FEBAD0A}" srcOrd="18" destOrd="0" presId="urn:microsoft.com/office/officeart/2005/8/layout/chevron2"/>
    <dgm:cxn modelId="{864F8F86-AACF-402C-9033-314FC50C208A}" type="presParOf" srcId="{00743E16-70A3-4350-86C3-F1B55FEBAD0A}" destId="{BE314FA8-5F0F-4626-969C-C0852FF03BF1}" srcOrd="0" destOrd="0" presId="urn:microsoft.com/office/officeart/2005/8/layout/chevron2"/>
    <dgm:cxn modelId="{E5EA4091-F2DB-4C7D-9812-2CB3CC19A4B8}" type="presParOf" srcId="{00743E16-70A3-4350-86C3-F1B55FEBAD0A}" destId="{DDD9A5CF-2F66-47B8-AA62-5F2B98E0820C}" srcOrd="1" destOrd="0" presId="urn:microsoft.com/office/officeart/2005/8/layout/chevron2"/>
  </dgm:cxnLst>
  <dgm:bg>
    <a:solidFill>
      <a:schemeClr val="accent5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C277F-3FE4-43A5-B9A7-1190B3549ABA}">
      <dsp:nvSpPr>
        <dsp:cNvPr id="0" name=""/>
        <dsp:cNvSpPr/>
      </dsp:nvSpPr>
      <dsp:spPr>
        <a:xfrm>
          <a:off x="0" y="230541"/>
          <a:ext cx="6088378" cy="63865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526" tIns="104140" rIns="472526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412.092Habitantes, (Censo 2017)</a:t>
          </a:r>
          <a:endParaRPr lang="en-US" sz="2000" b="1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Superficie</a:t>
          </a:r>
          <a:r>
            <a:rPr lang="pt-PT" sz="2000" b="1" kern="1200" dirty="0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 de 52 </a:t>
          </a:r>
          <a:r>
            <a:rPr lang="pt-PT" sz="2000" b="1" kern="1200" dirty="0" err="1">
              <a:solidFill>
                <a:srgbClr val="000000"/>
              </a:solidFill>
              <a:effectLst/>
              <a:latin typeface="Garamond" panose="02020404030301010803" pitchFamily="18" charset="0"/>
              <a:cs typeface="Arial" pitchFamily="34" charset="0"/>
            </a:rPr>
            <a:t>km²</a:t>
          </a:r>
          <a:endParaRPr lang="en-US" sz="2000" b="1" kern="1200" dirty="0">
            <a:solidFill>
              <a:srgbClr val="000000"/>
            </a:solidFill>
            <a:effectLst/>
            <a:latin typeface="Garamond" panose="02020404030301010803" pitchFamily="18" charset="0"/>
            <a:cs typeface="Arial" pitchFamily="34" charset="0"/>
          </a:endParaRPr>
        </a:p>
      </dsp:txBody>
      <dsp:txXfrm>
        <a:off x="0" y="230541"/>
        <a:ext cx="6088378" cy="638654"/>
      </dsp:txXfrm>
    </dsp:sp>
    <dsp:sp modelId="{9C0D17F4-4164-4810-81D0-F77A2ED9E3B2}">
      <dsp:nvSpPr>
        <dsp:cNvPr id="0" name=""/>
        <dsp:cNvSpPr/>
      </dsp:nvSpPr>
      <dsp:spPr>
        <a:xfrm>
          <a:off x="236691" y="0"/>
          <a:ext cx="4018341" cy="258686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088" tIns="0" rIns="1610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Popula</a:t>
          </a: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ção</a:t>
          </a:r>
          <a:endParaRPr lang="en-US" sz="2400" b="1" kern="1200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sp:txBody>
      <dsp:txXfrm>
        <a:off x="249319" y="12628"/>
        <a:ext cx="3993085" cy="233430"/>
      </dsp:txXfrm>
    </dsp:sp>
    <dsp:sp modelId="{B0ED1D48-73A8-4006-BFF6-79A2046D30CC}">
      <dsp:nvSpPr>
        <dsp:cNvPr id="0" name=""/>
        <dsp:cNvSpPr/>
      </dsp:nvSpPr>
      <dsp:spPr>
        <a:xfrm>
          <a:off x="0" y="1176160"/>
          <a:ext cx="6088378" cy="22698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526" tIns="104140" rIns="472526" bIns="128016" numCol="1" spcCol="1270" anchor="t" anchorCtr="0">
          <a:noAutofit/>
        </a:bodyPr>
        <a:lstStyle/>
        <a:p>
          <a:pPr marL="171450" lvl="1" indent="-171450" algn="just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Norte: 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Distrito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Marracuene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Localidade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Michafutene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Sul: Distrito de Matutuine – 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Bela vista e Baia de Maputo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Oeste: </a:t>
          </a:r>
          <a:r>
            <a:rPr lang="pt-PT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Vale do Infulene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  <a:p>
          <a:pPr marL="171450" lvl="1" indent="-171450" algn="just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Este: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Bairros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de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Chamanculo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,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Xipamanine</a:t>
          </a:r>
          <a:r>
            <a:rPr lang="en-US" sz="1800" b="0" kern="1200" dirty="0">
              <a:solidFill>
                <a:srgbClr val="000000"/>
              </a:solidFill>
              <a:effectLst/>
              <a:latin typeface="Garamond" panose="02020404030301010803" pitchFamily="18" charset="0"/>
            </a:rPr>
            <a:t> e Distrito </a:t>
          </a:r>
          <a:r>
            <a:rPr lang="en-US" sz="1800" b="0" kern="1200" dirty="0" err="1">
              <a:solidFill>
                <a:srgbClr val="000000"/>
              </a:solidFill>
              <a:effectLst/>
              <a:latin typeface="Garamond" panose="02020404030301010803" pitchFamily="18" charset="0"/>
            </a:rPr>
            <a:t>KaMavota</a:t>
          </a:r>
          <a:endParaRPr lang="en-US" sz="1800" b="0" kern="1200" dirty="0">
            <a:solidFill>
              <a:srgbClr val="000000"/>
            </a:solidFill>
            <a:effectLst/>
            <a:latin typeface="Garamond" panose="02020404030301010803" pitchFamily="18" charset="0"/>
          </a:endParaRPr>
        </a:p>
      </dsp:txBody>
      <dsp:txXfrm>
        <a:off x="0" y="1176160"/>
        <a:ext cx="6088378" cy="2269894"/>
      </dsp:txXfrm>
    </dsp:sp>
    <dsp:sp modelId="{5C3ED794-0ED4-4BC9-8EC5-6D8E029CCA45}">
      <dsp:nvSpPr>
        <dsp:cNvPr id="0" name=""/>
        <dsp:cNvSpPr/>
      </dsp:nvSpPr>
      <dsp:spPr>
        <a:xfrm>
          <a:off x="210761" y="887623"/>
          <a:ext cx="4314711" cy="308271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088" tIns="0" rIns="1610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Limites</a:t>
          </a:r>
        </a:p>
      </dsp:txBody>
      <dsp:txXfrm>
        <a:off x="225810" y="902672"/>
        <a:ext cx="4284613" cy="278173"/>
      </dsp:txXfrm>
    </dsp:sp>
    <dsp:sp modelId="{1EDEDB4A-23BE-4418-8B27-D39C5FBDAFF3}">
      <dsp:nvSpPr>
        <dsp:cNvPr id="0" name=""/>
        <dsp:cNvSpPr/>
      </dsp:nvSpPr>
      <dsp:spPr>
        <a:xfrm>
          <a:off x="0" y="3614051"/>
          <a:ext cx="6088378" cy="79663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526" tIns="104140" rIns="472526" bIns="142240" numCol="1" spcCol="1270" anchor="t" anchorCtr="0">
          <a:noAutofit/>
        </a:bodyPr>
        <a:lstStyle/>
        <a:p>
          <a:pPr marL="228600" lvl="1" indent="-228600" algn="just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000" b="1" kern="1200" dirty="0">
              <a:solidFill>
                <a:schemeClr val="tx1"/>
              </a:solidFill>
              <a:effectLst/>
              <a:latin typeface="Garamond" panose="02020404030301010803" pitchFamily="18" charset="0"/>
            </a:rPr>
            <a:t>Respons</a:t>
          </a:r>
          <a:r>
            <a:rPr lang="pt-PT" sz="2000" b="1" kern="1200" dirty="0">
              <a:solidFill>
                <a:schemeClr val="tx1"/>
              </a:solidFill>
              <a:effectLst/>
              <a:latin typeface="Garamond" panose="02020404030301010803" pitchFamily="18" charset="0"/>
              <a:cs typeface="Times New Roman"/>
            </a:rPr>
            <a:t>ável pelos Distritos </a:t>
          </a:r>
          <a:r>
            <a:rPr lang="pt-PT" sz="2000" b="1" kern="1200" dirty="0">
              <a:solidFill>
                <a:srgbClr val="000000"/>
              </a:solidFill>
              <a:latin typeface="Garamond" panose="02020404030301010803" pitchFamily="18" charset="0"/>
            </a:rPr>
            <a:t>Urbanos Nlhamanculo, Kamubukwane e Ka Tembe</a:t>
          </a:r>
          <a:endParaRPr lang="en-US" sz="2000" b="1" kern="1200" dirty="0">
            <a:solidFill>
              <a:schemeClr val="tx1"/>
            </a:solidFill>
            <a:effectLst/>
            <a:latin typeface="Garamond" panose="02020404030301010803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chemeClr val="tx1"/>
            </a:solidFill>
            <a:effectLst/>
            <a:latin typeface="Garamond" pitchFamily="18" charset="0"/>
          </a:endParaRPr>
        </a:p>
      </dsp:txBody>
      <dsp:txXfrm>
        <a:off x="0" y="3614051"/>
        <a:ext cx="6088378" cy="796633"/>
      </dsp:txXfrm>
    </dsp:sp>
    <dsp:sp modelId="{96A03DC7-B069-4AC3-8DEC-0BF40B40A85B}">
      <dsp:nvSpPr>
        <dsp:cNvPr id="0" name=""/>
        <dsp:cNvSpPr/>
      </dsp:nvSpPr>
      <dsp:spPr>
        <a:xfrm>
          <a:off x="225495" y="3374646"/>
          <a:ext cx="4549668" cy="285300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088" tIns="0" rIns="1610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Área</a:t>
          </a:r>
          <a:r>
            <a:rPr lang="en-US" sz="2000" b="1" kern="1200" dirty="0">
              <a:solidFill>
                <a:srgbClr val="000000"/>
              </a:solidFill>
              <a:effectLst/>
              <a:latin typeface="Trebuchet MS" pitchFamily="34" charset="0"/>
              <a:cs typeface="Times New Roman"/>
            </a:rPr>
            <a:t> </a:t>
          </a:r>
          <a:endParaRPr lang="en-US" sz="2000" b="1" kern="1200" dirty="0">
            <a:solidFill>
              <a:srgbClr val="000000"/>
            </a:solidFill>
            <a:effectLst/>
            <a:latin typeface="Trebuchet MS" pitchFamily="34" charset="0"/>
          </a:endParaRPr>
        </a:p>
      </dsp:txBody>
      <dsp:txXfrm>
        <a:off x="239422" y="3388573"/>
        <a:ext cx="4521814" cy="257446"/>
      </dsp:txXfrm>
    </dsp:sp>
    <dsp:sp modelId="{61948C22-1610-4ECF-8B6F-09226636CC15}">
      <dsp:nvSpPr>
        <dsp:cNvPr id="0" name=""/>
        <dsp:cNvSpPr/>
      </dsp:nvSpPr>
      <dsp:spPr>
        <a:xfrm>
          <a:off x="0" y="4807867"/>
          <a:ext cx="6088378" cy="5979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2526" tIns="104140" rIns="472526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rgbClr val="000000"/>
            </a:solidFill>
            <a:effectLst/>
            <a:latin typeface="Garamond" pitchFamily="18" charset="0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b="1" kern="1200" dirty="0">
            <a:solidFill>
              <a:srgbClr val="000000"/>
            </a:solidFill>
            <a:effectLst/>
            <a:latin typeface="Garamond" pitchFamily="18" charset="0"/>
          </a:endParaRPr>
        </a:p>
      </dsp:txBody>
      <dsp:txXfrm>
        <a:off x="0" y="4807867"/>
        <a:ext cx="6088378" cy="597915"/>
      </dsp:txXfrm>
    </dsp:sp>
    <dsp:sp modelId="{2651B706-259B-41E0-BE39-E64D1219EF7D}">
      <dsp:nvSpPr>
        <dsp:cNvPr id="0" name=""/>
        <dsp:cNvSpPr/>
      </dsp:nvSpPr>
      <dsp:spPr>
        <a:xfrm>
          <a:off x="304121" y="4445896"/>
          <a:ext cx="5248470" cy="534065"/>
        </a:xfrm>
        <a:prstGeom prst="roundRect">
          <a:avLst/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1088" tIns="0" rIns="16108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</a:rPr>
            <a:t>Rede </a:t>
          </a:r>
          <a:r>
            <a:rPr lang="en-US" sz="24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</a:rPr>
            <a:t>Sanit</a:t>
          </a:r>
          <a:r>
            <a:rPr lang="en-US" sz="24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ária</a:t>
          </a: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: (11) 1 Hospital e 10 </a:t>
          </a:r>
          <a:r>
            <a:rPr lang="en-US" sz="24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Centros</a:t>
          </a: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de </a:t>
          </a:r>
          <a:r>
            <a:rPr lang="en-US" sz="2400" b="1" kern="1200" dirty="0" err="1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Saúde</a:t>
          </a:r>
          <a:r>
            <a:rPr lang="en-US" sz="2400" b="1" kern="1200" dirty="0">
              <a:solidFill>
                <a:schemeClr val="bg1"/>
              </a:solidFill>
              <a:effectLst/>
              <a:latin typeface="Garamond" panose="02020404030301010803" pitchFamily="18" charset="0"/>
              <a:cs typeface="Times New Roman"/>
            </a:rPr>
            <a:t> </a:t>
          </a:r>
          <a:endParaRPr lang="en-US" sz="2400" b="1" kern="1200" dirty="0">
            <a:solidFill>
              <a:schemeClr val="bg1"/>
            </a:solidFill>
            <a:effectLst/>
            <a:latin typeface="Garamond" panose="02020404030301010803" pitchFamily="18" charset="0"/>
          </a:endParaRPr>
        </a:p>
      </dsp:txBody>
      <dsp:txXfrm>
        <a:off x="330192" y="4471967"/>
        <a:ext cx="5196328" cy="4819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22EF6-558E-4B46-B9F3-F5EEF68178D5}">
      <dsp:nvSpPr>
        <dsp:cNvPr id="0" name=""/>
        <dsp:cNvSpPr/>
      </dsp:nvSpPr>
      <dsp:spPr>
        <a:xfrm>
          <a:off x="0" y="509"/>
          <a:ext cx="6966858" cy="429735"/>
        </a:xfrm>
        <a:prstGeom prst="roundRect">
          <a:avLst/>
        </a:prstGeom>
        <a:solidFill>
          <a:schemeClr val="bg1">
            <a:lumMod val="85000"/>
          </a:schemeClr>
        </a:solidFill>
        <a:ln w="12700" cap="rnd" cmpd="sng" algn="ctr">
          <a:solidFill>
            <a:schemeClr val="accent2"/>
          </a:solidFill>
          <a:prstDash val="solid"/>
        </a:ln>
        <a:effectLst/>
        <a:sp3d extrusionH="50600"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Garamond" panose="02020404030301010803" pitchFamily="18" charset="0"/>
            </a:rPr>
            <a:t>Hospital </a:t>
          </a:r>
          <a:r>
            <a:rPr lang="en-US" sz="3200" b="1" kern="1200" dirty="0" err="1">
              <a:latin typeface="Garamond" panose="02020404030301010803" pitchFamily="18" charset="0"/>
            </a:rPr>
            <a:t>Geral</a:t>
          </a:r>
          <a:r>
            <a:rPr lang="en-US" sz="3200" b="1" kern="1200" dirty="0">
              <a:latin typeface="Garamond" panose="02020404030301010803" pitchFamily="18" charset="0"/>
            </a:rPr>
            <a:t> Jos</a:t>
          </a:r>
          <a:r>
            <a:rPr lang="pt-PT" sz="3200" b="1" kern="1200" dirty="0">
              <a:latin typeface="Garamond" panose="02020404030301010803" pitchFamily="18" charset="0"/>
            </a:rPr>
            <a:t>é</a:t>
          </a:r>
          <a:r>
            <a:rPr lang="en-US" sz="3200" b="1" kern="1200" dirty="0">
              <a:latin typeface="Garamond" panose="02020404030301010803" pitchFamily="18" charset="0"/>
            </a:rPr>
            <a:t> Macamo</a:t>
          </a:r>
        </a:p>
      </dsp:txBody>
      <dsp:txXfrm>
        <a:off x="20978" y="21487"/>
        <a:ext cx="6924902" cy="3877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C0B0A-504E-4956-9E8C-CCB6A3D72E7D}">
      <dsp:nvSpPr>
        <dsp:cNvPr id="0" name=""/>
        <dsp:cNvSpPr/>
      </dsp:nvSpPr>
      <dsp:spPr>
        <a:xfrm rot="5400000">
          <a:off x="-85467" y="83158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1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2472" y="193816"/>
        <a:ext cx="387303" cy="165988"/>
      </dsp:txXfrm>
    </dsp:sp>
    <dsp:sp modelId="{35A6ADE1-C998-49E3-878B-A86C8D3882C8}">
      <dsp:nvSpPr>
        <dsp:cNvPr id="0" name=""/>
        <dsp:cNvSpPr/>
      </dsp:nvSpPr>
      <dsp:spPr>
        <a:xfrm rot="5400000">
          <a:off x="5152179" y="-4763532"/>
          <a:ext cx="359828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1" kern="1200" dirty="0">
              <a:solidFill>
                <a:srgbClr val="000000"/>
              </a:solidFill>
              <a:latin typeface="Garamond" panose="02020404030301010803" pitchFamily="18" charset="0"/>
              <a:ea typeface="Arial Unicode MS" pitchFamily="34" charset="-128"/>
              <a:cs typeface="Tahoma" pitchFamily="34" charset="0"/>
            </a:rPr>
            <a:t>Centro de Saúde José Macamo  </a:t>
          </a:r>
          <a:endParaRPr lang="en-US" sz="2400" b="1" kern="1200" dirty="0">
            <a:latin typeface="Garamond" panose="02020404030301010803" pitchFamily="18" charset="0"/>
          </a:endParaRPr>
        </a:p>
      </dsp:txBody>
      <dsp:txXfrm rot="-5400000">
        <a:off x="384830" y="21382"/>
        <a:ext cx="9876962" cy="324698"/>
      </dsp:txXfrm>
    </dsp:sp>
    <dsp:sp modelId="{3C578FFF-0A31-4A21-85E4-CB682B5E7B63}">
      <dsp:nvSpPr>
        <dsp:cNvPr id="0" name=""/>
        <dsp:cNvSpPr/>
      </dsp:nvSpPr>
      <dsp:spPr>
        <a:xfrm rot="5400000">
          <a:off x="-85467" y="544931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93125"/>
                <a:satOff val="-1073"/>
                <a:lumOff val="240"/>
                <a:alphaOff val="0"/>
                <a:tint val="65000"/>
                <a:lumMod val="110000"/>
              </a:schemeClr>
            </a:gs>
            <a:gs pos="88000">
              <a:schemeClr val="accent2">
                <a:hueOff val="-93125"/>
                <a:satOff val="-1073"/>
                <a:lumOff val="24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3125"/>
              <a:satOff val="-1073"/>
              <a:lumOff val="24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2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2472" y="655589"/>
        <a:ext cx="387303" cy="165988"/>
      </dsp:txXfrm>
    </dsp:sp>
    <dsp:sp modelId="{97780B2F-3BB7-4BC5-A0C2-00A7BA1B70EE}">
      <dsp:nvSpPr>
        <dsp:cNvPr id="0" name=""/>
        <dsp:cNvSpPr/>
      </dsp:nvSpPr>
      <dsp:spPr>
        <a:xfrm rot="5400000">
          <a:off x="5152274" y="-4269326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93125"/>
              <a:satOff val="-1073"/>
              <a:lumOff val="24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Bagamoyo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515674"/>
        <a:ext cx="9876971" cy="324527"/>
      </dsp:txXfrm>
    </dsp:sp>
    <dsp:sp modelId="{06AC008E-28CC-4A62-A210-5C10B427FE49}">
      <dsp:nvSpPr>
        <dsp:cNvPr id="0" name=""/>
        <dsp:cNvSpPr/>
      </dsp:nvSpPr>
      <dsp:spPr>
        <a:xfrm rot="5400000">
          <a:off x="-85467" y="1039232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186250"/>
                <a:satOff val="-2146"/>
                <a:lumOff val="480"/>
                <a:alphaOff val="0"/>
                <a:tint val="65000"/>
                <a:lumMod val="110000"/>
              </a:schemeClr>
            </a:gs>
            <a:gs pos="88000">
              <a:schemeClr val="accent2">
                <a:hueOff val="-186250"/>
                <a:satOff val="-2146"/>
                <a:lumOff val="48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86250"/>
              <a:satOff val="-2146"/>
              <a:lumOff val="48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3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2472" y="1149890"/>
        <a:ext cx="387303" cy="165988"/>
      </dsp:txXfrm>
    </dsp:sp>
    <dsp:sp modelId="{BA74C495-CF5A-4784-A9BE-9CEF89260206}">
      <dsp:nvSpPr>
        <dsp:cNvPr id="0" name=""/>
        <dsp:cNvSpPr/>
      </dsp:nvSpPr>
      <dsp:spPr>
        <a:xfrm rot="5400000">
          <a:off x="5152274" y="-3775025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186250"/>
              <a:satOff val="-2146"/>
              <a:lumOff val="4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Zimpeto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1009975"/>
        <a:ext cx="9876971" cy="324527"/>
      </dsp:txXfrm>
    </dsp:sp>
    <dsp:sp modelId="{702F466D-9522-4C12-AA3D-A18DE1714346}">
      <dsp:nvSpPr>
        <dsp:cNvPr id="0" name=""/>
        <dsp:cNvSpPr/>
      </dsp:nvSpPr>
      <dsp:spPr>
        <a:xfrm rot="5400000">
          <a:off x="-85467" y="1533533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279374"/>
                <a:satOff val="-3219"/>
                <a:lumOff val="720"/>
                <a:alphaOff val="0"/>
                <a:tint val="65000"/>
                <a:lumMod val="110000"/>
              </a:schemeClr>
            </a:gs>
            <a:gs pos="88000">
              <a:schemeClr val="accent2">
                <a:hueOff val="-279374"/>
                <a:satOff val="-3219"/>
                <a:lumOff val="72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4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2472" y="1644191"/>
        <a:ext cx="387303" cy="165988"/>
      </dsp:txXfrm>
    </dsp:sp>
    <dsp:sp modelId="{B2EBCEB8-725E-4BDB-A017-DD4FD3B88DD4}">
      <dsp:nvSpPr>
        <dsp:cNvPr id="0" name=""/>
        <dsp:cNvSpPr/>
      </dsp:nvSpPr>
      <dsp:spPr>
        <a:xfrm rot="5400000">
          <a:off x="5152274" y="-3280724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Catembe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1504276"/>
        <a:ext cx="9876971" cy="324527"/>
      </dsp:txXfrm>
    </dsp:sp>
    <dsp:sp modelId="{9D7B58FB-DA9B-432D-ABBF-D001852AAF2E}">
      <dsp:nvSpPr>
        <dsp:cNvPr id="0" name=""/>
        <dsp:cNvSpPr/>
      </dsp:nvSpPr>
      <dsp:spPr>
        <a:xfrm rot="5400000">
          <a:off x="-85467" y="2027834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372499"/>
                <a:satOff val="-4292"/>
                <a:lumOff val="960"/>
                <a:alphaOff val="0"/>
                <a:tint val="65000"/>
                <a:lumMod val="110000"/>
              </a:schemeClr>
            </a:gs>
            <a:gs pos="88000">
              <a:schemeClr val="accent2">
                <a:hueOff val="-372499"/>
                <a:satOff val="-4292"/>
                <a:lumOff val="96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372499"/>
              <a:satOff val="-4292"/>
              <a:lumOff val="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aramond" panose="02020404030301010803" pitchFamily="18" charset="0"/>
            </a:rPr>
            <a:t>5</a:t>
          </a:r>
        </a:p>
      </dsp:txBody>
      <dsp:txXfrm rot="-5400000">
        <a:off x="-2472" y="2138492"/>
        <a:ext cx="387303" cy="165988"/>
      </dsp:txXfrm>
    </dsp:sp>
    <dsp:sp modelId="{1CE8997B-8F54-43F5-8E0C-9CE9B7701DE1}">
      <dsp:nvSpPr>
        <dsp:cNvPr id="0" name=""/>
        <dsp:cNvSpPr/>
      </dsp:nvSpPr>
      <dsp:spPr>
        <a:xfrm rot="5400000">
          <a:off x="5152274" y="-2786423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372499"/>
              <a:satOff val="-4292"/>
              <a:lumOff val="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Magoanine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1998577"/>
        <a:ext cx="9876971" cy="324527"/>
      </dsp:txXfrm>
    </dsp:sp>
    <dsp:sp modelId="{55D91F7F-19D6-401A-895F-64CB8186F554}">
      <dsp:nvSpPr>
        <dsp:cNvPr id="0" name=""/>
        <dsp:cNvSpPr/>
      </dsp:nvSpPr>
      <dsp:spPr>
        <a:xfrm rot="5400000">
          <a:off x="-85467" y="2522135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465624"/>
                <a:satOff val="-5366"/>
                <a:lumOff val="1199"/>
                <a:alphaOff val="0"/>
                <a:tint val="65000"/>
                <a:lumMod val="110000"/>
              </a:schemeClr>
            </a:gs>
            <a:gs pos="88000">
              <a:schemeClr val="accent2">
                <a:hueOff val="-465624"/>
                <a:satOff val="-5366"/>
                <a:lumOff val="119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465624"/>
              <a:satOff val="-5366"/>
              <a:lumOff val="11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aramond" panose="02020404030301010803" pitchFamily="18" charset="0"/>
            </a:rPr>
            <a:t>6</a:t>
          </a:r>
        </a:p>
      </dsp:txBody>
      <dsp:txXfrm rot="-5400000">
        <a:off x="-2472" y="2632793"/>
        <a:ext cx="387303" cy="165988"/>
      </dsp:txXfrm>
    </dsp:sp>
    <dsp:sp modelId="{8A6A7FB9-5381-4C2B-B6F5-3FD3F8192D7E}">
      <dsp:nvSpPr>
        <dsp:cNvPr id="0" name=""/>
        <dsp:cNvSpPr/>
      </dsp:nvSpPr>
      <dsp:spPr>
        <a:xfrm rot="5400000">
          <a:off x="5152274" y="-2292122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465624"/>
              <a:satOff val="-5366"/>
              <a:lumOff val="11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Magoanine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  <a:r>
            <a:rPr lang="en-US" sz="2400" b="1" kern="1200" dirty="0" err="1">
              <a:latin typeface="Garamond" panose="02020404030301010803" pitchFamily="18" charset="0"/>
            </a:rPr>
            <a:t>Tendas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2492878"/>
        <a:ext cx="9876971" cy="324527"/>
      </dsp:txXfrm>
    </dsp:sp>
    <dsp:sp modelId="{FAD99558-A0C6-4E01-AA23-899E684AC9F2}">
      <dsp:nvSpPr>
        <dsp:cNvPr id="0" name=""/>
        <dsp:cNvSpPr/>
      </dsp:nvSpPr>
      <dsp:spPr>
        <a:xfrm rot="5400000">
          <a:off x="-85467" y="3016436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558749"/>
                <a:satOff val="-6439"/>
                <a:lumOff val="1439"/>
                <a:alphaOff val="0"/>
                <a:tint val="65000"/>
                <a:lumMod val="110000"/>
              </a:schemeClr>
            </a:gs>
            <a:gs pos="88000">
              <a:schemeClr val="accent2">
                <a:hueOff val="-558749"/>
                <a:satOff val="-6439"/>
                <a:lumOff val="143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aramond" panose="02020404030301010803" pitchFamily="18" charset="0"/>
            </a:rPr>
            <a:t>7</a:t>
          </a:r>
        </a:p>
      </dsp:txBody>
      <dsp:txXfrm rot="-5400000">
        <a:off x="-2472" y="3127094"/>
        <a:ext cx="387303" cy="165988"/>
      </dsp:txXfrm>
    </dsp:sp>
    <dsp:sp modelId="{136C7735-9C1C-4722-9393-44BB64B6CBB6}">
      <dsp:nvSpPr>
        <dsp:cNvPr id="0" name=""/>
        <dsp:cNvSpPr/>
      </dsp:nvSpPr>
      <dsp:spPr>
        <a:xfrm rot="5400000">
          <a:off x="5152274" y="-1797821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Inhagoia</a:t>
          </a:r>
          <a:r>
            <a:rPr lang="en-US" sz="2400" b="1" kern="1200" dirty="0">
              <a:latin typeface="Garamond" panose="02020404030301010803" pitchFamily="18" charset="0"/>
            </a:rPr>
            <a:t>  </a:t>
          </a:r>
        </a:p>
      </dsp:txBody>
      <dsp:txXfrm rot="-5400000">
        <a:off x="384830" y="2987179"/>
        <a:ext cx="9876971" cy="324527"/>
      </dsp:txXfrm>
    </dsp:sp>
    <dsp:sp modelId="{E15DFACB-E779-4712-AC49-6A6F793F6FE3}">
      <dsp:nvSpPr>
        <dsp:cNvPr id="0" name=""/>
        <dsp:cNvSpPr/>
      </dsp:nvSpPr>
      <dsp:spPr>
        <a:xfrm rot="5400000">
          <a:off x="-85467" y="3510737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651874"/>
                <a:satOff val="-7512"/>
                <a:lumOff val="1679"/>
                <a:alphaOff val="0"/>
                <a:tint val="65000"/>
                <a:lumMod val="110000"/>
              </a:schemeClr>
            </a:gs>
            <a:gs pos="88000">
              <a:schemeClr val="accent2">
                <a:hueOff val="-651874"/>
                <a:satOff val="-7512"/>
                <a:lumOff val="167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651874"/>
              <a:satOff val="-7512"/>
              <a:lumOff val="1679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8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2472" y="3621395"/>
        <a:ext cx="387303" cy="165988"/>
      </dsp:txXfrm>
    </dsp:sp>
    <dsp:sp modelId="{E997DDD9-F4BF-42DD-BF79-C0A969F5C67B}">
      <dsp:nvSpPr>
        <dsp:cNvPr id="0" name=""/>
        <dsp:cNvSpPr/>
      </dsp:nvSpPr>
      <dsp:spPr>
        <a:xfrm rot="5400000">
          <a:off x="5152274" y="-1303520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651874"/>
              <a:satOff val="-7512"/>
              <a:lumOff val="1679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de </a:t>
          </a:r>
          <a:r>
            <a:rPr lang="en-US" sz="2400" b="1" kern="1200" dirty="0" err="1">
              <a:latin typeface="Garamond" panose="02020404030301010803" pitchFamily="18" charset="0"/>
            </a:rPr>
            <a:t>Incassane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3481480"/>
        <a:ext cx="9876971" cy="324527"/>
      </dsp:txXfrm>
    </dsp:sp>
    <dsp:sp modelId="{BFF61EEC-2B32-44F0-81FD-213EE059F484}">
      <dsp:nvSpPr>
        <dsp:cNvPr id="0" name=""/>
        <dsp:cNvSpPr/>
      </dsp:nvSpPr>
      <dsp:spPr>
        <a:xfrm rot="5400000">
          <a:off x="-85467" y="4041217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744998"/>
                <a:satOff val="-8585"/>
                <a:lumOff val="1919"/>
                <a:alphaOff val="0"/>
                <a:tint val="65000"/>
                <a:lumMod val="110000"/>
              </a:schemeClr>
            </a:gs>
            <a:gs pos="88000">
              <a:schemeClr val="accent2">
                <a:hueOff val="-744998"/>
                <a:satOff val="-8585"/>
                <a:lumOff val="191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744998"/>
              <a:satOff val="-8585"/>
              <a:lumOff val="19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aramond" panose="02020404030301010803" pitchFamily="18" charset="0"/>
            </a:rPr>
            <a:t>9</a:t>
          </a:r>
        </a:p>
      </dsp:txBody>
      <dsp:txXfrm rot="-5400000">
        <a:off x="-2472" y="4151875"/>
        <a:ext cx="387303" cy="165988"/>
      </dsp:txXfrm>
    </dsp:sp>
    <dsp:sp modelId="{5C69CF0B-EA58-4D51-8384-429AC2433227}">
      <dsp:nvSpPr>
        <dsp:cNvPr id="0" name=""/>
        <dsp:cNvSpPr/>
      </dsp:nvSpPr>
      <dsp:spPr>
        <a:xfrm rot="5400000">
          <a:off x="5152274" y="-809219"/>
          <a:ext cx="359639" cy="9894527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744998"/>
              <a:satOff val="-8585"/>
              <a:lumOff val="19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  <a:r>
            <a:rPr lang="en-US" sz="2400" b="1" kern="1200" dirty="0" err="1">
              <a:latin typeface="Garamond" panose="02020404030301010803" pitchFamily="18" charset="0"/>
            </a:rPr>
            <a:t>Mutsécua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4830" y="3975781"/>
        <a:ext cx="9876971" cy="324527"/>
      </dsp:txXfrm>
    </dsp:sp>
    <dsp:sp modelId="{BE314FA8-5F0F-4626-969C-C0852FF03BF1}">
      <dsp:nvSpPr>
        <dsp:cNvPr id="0" name=""/>
        <dsp:cNvSpPr/>
      </dsp:nvSpPr>
      <dsp:spPr>
        <a:xfrm rot="5400000">
          <a:off x="-85467" y="4550238"/>
          <a:ext cx="553291" cy="387303"/>
        </a:xfrm>
        <a:prstGeom prst="chevron">
          <a:avLst/>
        </a:prstGeom>
        <a:gradFill rotWithShape="0">
          <a:gsLst>
            <a:gs pos="0">
              <a:schemeClr val="accent2">
                <a:hueOff val="-838123"/>
                <a:satOff val="-9658"/>
                <a:lumOff val="2159"/>
                <a:alphaOff val="0"/>
                <a:tint val="65000"/>
                <a:lumMod val="110000"/>
              </a:schemeClr>
            </a:gs>
            <a:gs pos="88000">
              <a:schemeClr val="accent2">
                <a:hueOff val="-838123"/>
                <a:satOff val="-9658"/>
                <a:lumOff val="215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Garamond" panose="02020404030301010803" pitchFamily="18" charset="0"/>
            </a:rPr>
            <a:t>10</a:t>
          </a:r>
        </a:p>
      </dsp:txBody>
      <dsp:txXfrm rot="-5400000">
        <a:off x="-2472" y="4660896"/>
        <a:ext cx="387303" cy="165988"/>
      </dsp:txXfrm>
    </dsp:sp>
    <dsp:sp modelId="{DDD9A5CF-2F66-47B8-AA62-5F2B98E0820C}">
      <dsp:nvSpPr>
        <dsp:cNvPr id="0" name=""/>
        <dsp:cNvSpPr/>
      </dsp:nvSpPr>
      <dsp:spPr>
        <a:xfrm rot="5400000">
          <a:off x="5137554" y="-266509"/>
          <a:ext cx="389079" cy="9904421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>
              <a:latin typeface="Garamond" panose="02020404030301010803" pitchFamily="18" charset="0"/>
            </a:rPr>
            <a:t>Centro de </a:t>
          </a:r>
          <a:r>
            <a:rPr lang="en-US" sz="2400" b="1" kern="1200" dirty="0" err="1">
              <a:latin typeface="Garamond" panose="02020404030301010803" pitchFamily="18" charset="0"/>
            </a:rPr>
            <a:t>Saúde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  <a:r>
            <a:rPr lang="en-US" sz="2400" b="1" kern="1200" dirty="0" err="1">
              <a:latin typeface="Garamond" panose="02020404030301010803" pitchFamily="18" charset="0"/>
            </a:rPr>
            <a:t>Chamissava</a:t>
          </a:r>
          <a:r>
            <a:rPr lang="en-US" sz="2400" b="1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79884" y="4510154"/>
        <a:ext cx="9885428" cy="3510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C0B0A-504E-4956-9E8C-CCB6A3D72E7D}">
      <dsp:nvSpPr>
        <dsp:cNvPr id="0" name=""/>
        <dsp:cNvSpPr/>
      </dsp:nvSpPr>
      <dsp:spPr>
        <a:xfrm rot="5400000">
          <a:off x="-84021" y="85848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2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 dirty="0">
              <a:latin typeface="Garamond" pitchFamily="18" charset="0"/>
            </a:rPr>
            <a:t>1</a:t>
          </a:r>
          <a:endParaRPr lang="en-US" sz="2400" b="1" kern="1200" dirty="0">
            <a:latin typeface="Garamond" pitchFamily="18" charset="0"/>
          </a:endParaRPr>
        </a:p>
      </dsp:txBody>
      <dsp:txXfrm rot="-5400000">
        <a:off x="-1119" y="196383"/>
        <a:ext cx="386874" cy="165804"/>
      </dsp:txXfrm>
    </dsp:sp>
    <dsp:sp modelId="{35A6ADE1-C998-49E3-878B-A86C8D3882C8}">
      <dsp:nvSpPr>
        <dsp:cNvPr id="0" name=""/>
        <dsp:cNvSpPr/>
      </dsp:nvSpPr>
      <dsp:spPr>
        <a:xfrm rot="5400000">
          <a:off x="2445013" y="-2052663"/>
          <a:ext cx="359429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0" kern="1200" dirty="0">
              <a:solidFill>
                <a:srgbClr val="000000"/>
              </a:solidFill>
              <a:latin typeface="Garamond" panose="02020404030301010803" pitchFamily="18" charset="0"/>
              <a:ea typeface="Arial Unicode MS" pitchFamily="34" charset="-128"/>
              <a:cs typeface="Tahoma" pitchFamily="34" charset="0"/>
            </a:rPr>
            <a:t>Centro de Saúde malhampsene</a:t>
          </a:r>
          <a:endParaRPr lang="en-US" sz="2400" b="0" kern="1200" dirty="0">
            <a:latin typeface="Garamond" panose="02020404030301010803" pitchFamily="18" charset="0"/>
          </a:endParaRPr>
        </a:p>
      </dsp:txBody>
      <dsp:txXfrm rot="-5400000">
        <a:off x="385755" y="24141"/>
        <a:ext cx="4460400" cy="324337"/>
      </dsp:txXfrm>
    </dsp:sp>
    <dsp:sp modelId="{3C578FFF-0A31-4A21-85E4-CB682B5E7B63}">
      <dsp:nvSpPr>
        <dsp:cNvPr id="0" name=""/>
        <dsp:cNvSpPr/>
      </dsp:nvSpPr>
      <dsp:spPr>
        <a:xfrm rot="5400000">
          <a:off x="-84021" y="547110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93125"/>
                <a:satOff val="-1073"/>
                <a:lumOff val="240"/>
                <a:alphaOff val="0"/>
                <a:tint val="65000"/>
                <a:lumMod val="110000"/>
              </a:schemeClr>
            </a:gs>
            <a:gs pos="88000">
              <a:schemeClr val="accent2">
                <a:hueOff val="-93125"/>
                <a:satOff val="-1073"/>
                <a:lumOff val="24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93125"/>
              <a:satOff val="-1073"/>
              <a:lumOff val="24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0" kern="1200" dirty="0">
              <a:latin typeface="Garamond" pitchFamily="18" charset="0"/>
            </a:rPr>
            <a:t>2</a:t>
          </a:r>
          <a:endParaRPr lang="en-US" sz="2400" b="0" kern="1200" dirty="0">
            <a:latin typeface="Garamond" pitchFamily="18" charset="0"/>
          </a:endParaRPr>
        </a:p>
      </dsp:txBody>
      <dsp:txXfrm rot="-5400000">
        <a:off x="-1119" y="657645"/>
        <a:ext cx="386874" cy="165804"/>
      </dsp:txXfrm>
    </dsp:sp>
    <dsp:sp modelId="{97780B2F-3BB7-4BC5-A0C2-00A7BA1B70EE}">
      <dsp:nvSpPr>
        <dsp:cNvPr id="0" name=""/>
        <dsp:cNvSpPr/>
      </dsp:nvSpPr>
      <dsp:spPr>
        <a:xfrm rot="5400000">
          <a:off x="2445107" y="-1559004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93125"/>
              <a:satOff val="-1073"/>
              <a:lumOff val="24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  <a:r>
            <a:rPr lang="en-US" sz="2400" b="0" kern="1200" dirty="0" err="1">
              <a:latin typeface="Garamond" panose="02020404030301010803" pitchFamily="18" charset="0"/>
            </a:rPr>
            <a:t>Matola</a:t>
          </a:r>
          <a:r>
            <a:rPr lang="en-US" sz="2400" b="0" kern="1200" dirty="0">
              <a:latin typeface="Garamond" panose="02020404030301010803" pitchFamily="18" charset="0"/>
            </a:rPr>
            <a:t> I</a:t>
          </a:r>
        </a:p>
      </dsp:txBody>
      <dsp:txXfrm rot="-5400000">
        <a:off x="385755" y="517885"/>
        <a:ext cx="4460409" cy="324166"/>
      </dsp:txXfrm>
    </dsp:sp>
    <dsp:sp modelId="{06AC008E-28CC-4A62-A210-5C10B427FE49}">
      <dsp:nvSpPr>
        <dsp:cNvPr id="0" name=""/>
        <dsp:cNvSpPr/>
      </dsp:nvSpPr>
      <dsp:spPr>
        <a:xfrm rot="5400000">
          <a:off x="-84021" y="1040863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186250"/>
                <a:satOff val="-2146"/>
                <a:lumOff val="480"/>
                <a:alphaOff val="0"/>
                <a:tint val="65000"/>
                <a:lumMod val="110000"/>
              </a:schemeClr>
            </a:gs>
            <a:gs pos="88000">
              <a:schemeClr val="accent2">
                <a:hueOff val="-186250"/>
                <a:satOff val="-2146"/>
                <a:lumOff val="48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186250"/>
              <a:satOff val="-2146"/>
              <a:lumOff val="48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0" kern="1200" dirty="0">
              <a:latin typeface="Garamond" pitchFamily="18" charset="0"/>
            </a:rPr>
            <a:t>3</a:t>
          </a:r>
          <a:endParaRPr lang="en-US" sz="2400" b="0" kern="1200" dirty="0">
            <a:latin typeface="Garamond" pitchFamily="18" charset="0"/>
          </a:endParaRPr>
        </a:p>
      </dsp:txBody>
      <dsp:txXfrm rot="-5400000">
        <a:off x="-1119" y="1151398"/>
        <a:ext cx="386874" cy="165804"/>
      </dsp:txXfrm>
    </dsp:sp>
    <dsp:sp modelId="{BA74C495-CF5A-4784-A9BE-9CEF89260206}">
      <dsp:nvSpPr>
        <dsp:cNvPr id="0" name=""/>
        <dsp:cNvSpPr/>
      </dsp:nvSpPr>
      <dsp:spPr>
        <a:xfrm rot="5400000">
          <a:off x="2445107" y="-1065251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186250"/>
              <a:satOff val="-2146"/>
              <a:lumOff val="4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  <a:r>
            <a:rPr lang="en-US" sz="2400" b="0" kern="1200" dirty="0" err="1">
              <a:latin typeface="Garamond" panose="02020404030301010803" pitchFamily="18" charset="0"/>
            </a:rPr>
            <a:t>Matola</a:t>
          </a:r>
          <a:r>
            <a:rPr lang="en-US" sz="2400" b="0" kern="1200" dirty="0">
              <a:latin typeface="Garamond" panose="02020404030301010803" pitchFamily="18" charset="0"/>
            </a:rPr>
            <a:t> II</a:t>
          </a:r>
        </a:p>
      </dsp:txBody>
      <dsp:txXfrm rot="-5400000">
        <a:off x="385755" y="1011638"/>
        <a:ext cx="4460409" cy="324166"/>
      </dsp:txXfrm>
    </dsp:sp>
    <dsp:sp modelId="{702F466D-9522-4C12-AA3D-A18DE1714346}">
      <dsp:nvSpPr>
        <dsp:cNvPr id="0" name=""/>
        <dsp:cNvSpPr/>
      </dsp:nvSpPr>
      <dsp:spPr>
        <a:xfrm rot="5400000">
          <a:off x="-84021" y="1534617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279374"/>
                <a:satOff val="-3219"/>
                <a:lumOff val="720"/>
                <a:alphaOff val="0"/>
                <a:tint val="65000"/>
                <a:lumMod val="110000"/>
              </a:schemeClr>
            </a:gs>
            <a:gs pos="88000">
              <a:schemeClr val="accent2">
                <a:hueOff val="-279374"/>
                <a:satOff val="-3219"/>
                <a:lumOff val="72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0" kern="1200" dirty="0">
              <a:latin typeface="Garamond" pitchFamily="18" charset="0"/>
            </a:rPr>
            <a:t>4</a:t>
          </a:r>
          <a:endParaRPr lang="en-US" sz="2400" b="0" kern="1200" dirty="0">
            <a:latin typeface="Garamond" pitchFamily="18" charset="0"/>
          </a:endParaRPr>
        </a:p>
      </dsp:txBody>
      <dsp:txXfrm rot="-5400000">
        <a:off x="-1119" y="1645152"/>
        <a:ext cx="386874" cy="165804"/>
      </dsp:txXfrm>
    </dsp:sp>
    <dsp:sp modelId="{B2EBCEB8-725E-4BDB-A017-DD4FD3B88DD4}">
      <dsp:nvSpPr>
        <dsp:cNvPr id="0" name=""/>
        <dsp:cNvSpPr/>
      </dsp:nvSpPr>
      <dsp:spPr>
        <a:xfrm rot="5400000">
          <a:off x="2445107" y="-571497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279374"/>
              <a:satOff val="-3219"/>
              <a:lumOff val="72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da </a:t>
          </a:r>
          <a:r>
            <a:rPr lang="en-US" sz="2400" b="0" kern="1200" dirty="0" err="1">
              <a:latin typeface="Garamond" panose="02020404030301010803" pitchFamily="18" charset="0"/>
            </a:rPr>
            <a:t>Machava</a:t>
          </a:r>
          <a:r>
            <a:rPr lang="en-US" sz="2400" b="0" kern="1200" dirty="0">
              <a:latin typeface="Garamond" panose="02020404030301010803" pitchFamily="18" charset="0"/>
            </a:rPr>
            <a:t> I</a:t>
          </a:r>
        </a:p>
      </dsp:txBody>
      <dsp:txXfrm rot="-5400000">
        <a:off x="385755" y="1505392"/>
        <a:ext cx="4460409" cy="324166"/>
      </dsp:txXfrm>
    </dsp:sp>
    <dsp:sp modelId="{9D7B58FB-DA9B-432D-ABBF-D001852AAF2E}">
      <dsp:nvSpPr>
        <dsp:cNvPr id="0" name=""/>
        <dsp:cNvSpPr/>
      </dsp:nvSpPr>
      <dsp:spPr>
        <a:xfrm rot="5400000">
          <a:off x="-84021" y="2028370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372499"/>
                <a:satOff val="-4292"/>
                <a:lumOff val="960"/>
                <a:alphaOff val="0"/>
                <a:tint val="65000"/>
                <a:lumMod val="110000"/>
              </a:schemeClr>
            </a:gs>
            <a:gs pos="88000">
              <a:schemeClr val="accent2">
                <a:hueOff val="-372499"/>
                <a:satOff val="-4292"/>
                <a:lumOff val="960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372499"/>
              <a:satOff val="-4292"/>
              <a:lumOff val="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Garamond" panose="02020404030301010803" pitchFamily="18" charset="0"/>
            </a:rPr>
            <a:t>5</a:t>
          </a:r>
        </a:p>
      </dsp:txBody>
      <dsp:txXfrm rot="-5400000">
        <a:off x="-1119" y="2138905"/>
        <a:ext cx="386874" cy="165804"/>
      </dsp:txXfrm>
    </dsp:sp>
    <dsp:sp modelId="{1CE8997B-8F54-43F5-8E0C-9CE9B7701DE1}">
      <dsp:nvSpPr>
        <dsp:cNvPr id="0" name=""/>
        <dsp:cNvSpPr/>
      </dsp:nvSpPr>
      <dsp:spPr>
        <a:xfrm rot="5400000">
          <a:off x="2445107" y="-77743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372499"/>
              <a:satOff val="-4292"/>
              <a:lumOff val="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da </a:t>
          </a:r>
          <a:r>
            <a:rPr lang="en-US" sz="2400" b="0" kern="1200" dirty="0" err="1">
              <a:latin typeface="Garamond" panose="02020404030301010803" pitchFamily="18" charset="0"/>
            </a:rPr>
            <a:t>Machava</a:t>
          </a:r>
          <a:r>
            <a:rPr lang="en-US" sz="2400" b="0" kern="1200" dirty="0">
              <a:latin typeface="Garamond" panose="02020404030301010803" pitchFamily="18" charset="0"/>
            </a:rPr>
            <a:t> II</a:t>
          </a:r>
        </a:p>
      </dsp:txBody>
      <dsp:txXfrm rot="-5400000">
        <a:off x="385755" y="1999146"/>
        <a:ext cx="4460409" cy="324166"/>
      </dsp:txXfrm>
    </dsp:sp>
    <dsp:sp modelId="{55D91F7F-19D6-401A-895F-64CB8186F554}">
      <dsp:nvSpPr>
        <dsp:cNvPr id="0" name=""/>
        <dsp:cNvSpPr/>
      </dsp:nvSpPr>
      <dsp:spPr>
        <a:xfrm rot="5400000">
          <a:off x="-84021" y="2522124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465624"/>
                <a:satOff val="-5366"/>
                <a:lumOff val="1199"/>
                <a:alphaOff val="0"/>
                <a:tint val="65000"/>
                <a:lumMod val="110000"/>
              </a:schemeClr>
            </a:gs>
            <a:gs pos="88000">
              <a:schemeClr val="accent2">
                <a:hueOff val="-465624"/>
                <a:satOff val="-5366"/>
                <a:lumOff val="119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465624"/>
              <a:satOff val="-5366"/>
              <a:lumOff val="11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Garamond" panose="02020404030301010803" pitchFamily="18" charset="0"/>
            </a:rPr>
            <a:t>6</a:t>
          </a:r>
        </a:p>
      </dsp:txBody>
      <dsp:txXfrm rot="-5400000">
        <a:off x="-1119" y="2632659"/>
        <a:ext cx="386874" cy="165804"/>
      </dsp:txXfrm>
    </dsp:sp>
    <dsp:sp modelId="{8A6A7FB9-5381-4C2B-B6F5-3FD3F8192D7E}">
      <dsp:nvSpPr>
        <dsp:cNvPr id="0" name=""/>
        <dsp:cNvSpPr/>
      </dsp:nvSpPr>
      <dsp:spPr>
        <a:xfrm rot="5400000">
          <a:off x="2445107" y="416009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465624"/>
              <a:satOff val="-5366"/>
              <a:lumOff val="119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  <a:r>
            <a:rPr lang="en-US" sz="2400" b="0" kern="1200" dirty="0" err="1">
              <a:latin typeface="Garamond" panose="02020404030301010803" pitchFamily="18" charset="0"/>
            </a:rPr>
            <a:t>Muhalaze</a:t>
          </a:r>
          <a:endParaRPr lang="en-US" sz="2400" b="0" kern="1200" dirty="0">
            <a:latin typeface="Garamond" panose="02020404030301010803" pitchFamily="18" charset="0"/>
          </a:endParaRPr>
        </a:p>
      </dsp:txBody>
      <dsp:txXfrm rot="-5400000">
        <a:off x="385755" y="2492899"/>
        <a:ext cx="4460409" cy="324166"/>
      </dsp:txXfrm>
    </dsp:sp>
    <dsp:sp modelId="{FAD99558-A0C6-4E01-AA23-899E684AC9F2}">
      <dsp:nvSpPr>
        <dsp:cNvPr id="0" name=""/>
        <dsp:cNvSpPr/>
      </dsp:nvSpPr>
      <dsp:spPr>
        <a:xfrm rot="5400000">
          <a:off x="-84021" y="3015877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558749"/>
                <a:satOff val="-6439"/>
                <a:lumOff val="1439"/>
                <a:alphaOff val="0"/>
                <a:tint val="65000"/>
                <a:lumMod val="110000"/>
              </a:schemeClr>
            </a:gs>
            <a:gs pos="88000">
              <a:schemeClr val="accent2">
                <a:hueOff val="-558749"/>
                <a:satOff val="-6439"/>
                <a:lumOff val="143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Garamond" panose="02020404030301010803" pitchFamily="18" charset="0"/>
            </a:rPr>
            <a:t>7</a:t>
          </a:r>
        </a:p>
      </dsp:txBody>
      <dsp:txXfrm rot="-5400000">
        <a:off x="-1119" y="3126412"/>
        <a:ext cx="386874" cy="165804"/>
      </dsp:txXfrm>
    </dsp:sp>
    <dsp:sp modelId="{136C7735-9C1C-4722-9393-44BB64B6CBB6}">
      <dsp:nvSpPr>
        <dsp:cNvPr id="0" name=""/>
        <dsp:cNvSpPr/>
      </dsp:nvSpPr>
      <dsp:spPr>
        <a:xfrm rot="5400000">
          <a:off x="2445107" y="909763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558749"/>
              <a:satOff val="-6439"/>
              <a:lumOff val="143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de Liberdade  </a:t>
          </a:r>
        </a:p>
      </dsp:txBody>
      <dsp:txXfrm rot="-5400000">
        <a:off x="385755" y="2986653"/>
        <a:ext cx="4460409" cy="324166"/>
      </dsp:txXfrm>
    </dsp:sp>
    <dsp:sp modelId="{E15DFACB-E779-4712-AC49-6A6F793F6FE3}">
      <dsp:nvSpPr>
        <dsp:cNvPr id="0" name=""/>
        <dsp:cNvSpPr/>
      </dsp:nvSpPr>
      <dsp:spPr>
        <a:xfrm rot="5400000">
          <a:off x="-84021" y="3509631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651874"/>
                <a:satOff val="-7512"/>
                <a:lumOff val="1679"/>
                <a:alphaOff val="0"/>
                <a:tint val="65000"/>
                <a:lumMod val="110000"/>
              </a:schemeClr>
            </a:gs>
            <a:gs pos="88000">
              <a:schemeClr val="accent2">
                <a:hueOff val="-651874"/>
                <a:satOff val="-7512"/>
                <a:lumOff val="167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651874"/>
              <a:satOff val="-7512"/>
              <a:lumOff val="1679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0" kern="1200" dirty="0">
              <a:latin typeface="Garamond" pitchFamily="18" charset="0"/>
            </a:rPr>
            <a:t>8</a:t>
          </a:r>
          <a:endParaRPr lang="en-US" sz="2400" b="0" kern="1200" dirty="0">
            <a:latin typeface="Garamond" pitchFamily="18" charset="0"/>
          </a:endParaRPr>
        </a:p>
      </dsp:txBody>
      <dsp:txXfrm rot="-5400000">
        <a:off x="-1119" y="3620166"/>
        <a:ext cx="386874" cy="165804"/>
      </dsp:txXfrm>
    </dsp:sp>
    <dsp:sp modelId="{E997DDD9-F4BF-42DD-BF79-C0A969F5C67B}">
      <dsp:nvSpPr>
        <dsp:cNvPr id="0" name=""/>
        <dsp:cNvSpPr/>
      </dsp:nvSpPr>
      <dsp:spPr>
        <a:xfrm rot="5400000">
          <a:off x="2445107" y="1403516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651874"/>
              <a:satOff val="-7512"/>
              <a:lumOff val="1679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de </a:t>
          </a:r>
          <a:r>
            <a:rPr lang="en-US" sz="2400" b="0" kern="1200" dirty="0" err="1">
              <a:latin typeface="Garamond" panose="02020404030301010803" pitchFamily="18" charset="0"/>
            </a:rPr>
            <a:t>Khongolote</a:t>
          </a:r>
          <a:endParaRPr lang="en-US" sz="2400" b="0" kern="1200" dirty="0">
            <a:latin typeface="Garamond" panose="02020404030301010803" pitchFamily="18" charset="0"/>
          </a:endParaRPr>
        </a:p>
      </dsp:txBody>
      <dsp:txXfrm rot="-5400000">
        <a:off x="385755" y="3480406"/>
        <a:ext cx="4460409" cy="324166"/>
      </dsp:txXfrm>
    </dsp:sp>
    <dsp:sp modelId="{BFF61EEC-2B32-44F0-81FD-213EE059F484}">
      <dsp:nvSpPr>
        <dsp:cNvPr id="0" name=""/>
        <dsp:cNvSpPr/>
      </dsp:nvSpPr>
      <dsp:spPr>
        <a:xfrm rot="5400000">
          <a:off x="-84021" y="4039524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744998"/>
                <a:satOff val="-8585"/>
                <a:lumOff val="1919"/>
                <a:alphaOff val="0"/>
                <a:tint val="65000"/>
                <a:lumMod val="110000"/>
              </a:schemeClr>
            </a:gs>
            <a:gs pos="88000">
              <a:schemeClr val="accent2">
                <a:hueOff val="-744998"/>
                <a:satOff val="-8585"/>
                <a:lumOff val="191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744998"/>
              <a:satOff val="-8585"/>
              <a:lumOff val="19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Garamond" panose="02020404030301010803" pitchFamily="18" charset="0"/>
            </a:rPr>
            <a:t>9</a:t>
          </a:r>
        </a:p>
      </dsp:txBody>
      <dsp:txXfrm rot="-5400000">
        <a:off x="-1119" y="4150059"/>
        <a:ext cx="386874" cy="165804"/>
      </dsp:txXfrm>
    </dsp:sp>
    <dsp:sp modelId="{5C69CF0B-EA58-4D51-8384-429AC2433227}">
      <dsp:nvSpPr>
        <dsp:cNvPr id="0" name=""/>
        <dsp:cNvSpPr/>
      </dsp:nvSpPr>
      <dsp:spPr>
        <a:xfrm rot="5400000">
          <a:off x="2445107" y="1897270"/>
          <a:ext cx="359240" cy="4477946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744998"/>
              <a:satOff val="-8585"/>
              <a:lumOff val="191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  <a:r>
            <a:rPr lang="en-US" sz="2400" b="0" kern="1200" dirty="0" err="1">
              <a:latin typeface="Garamond" panose="02020404030301010803" pitchFamily="18" charset="0"/>
            </a:rPr>
            <a:t>Ressano</a:t>
          </a:r>
          <a:r>
            <a:rPr lang="en-US" sz="2400" b="0" kern="1200" dirty="0">
              <a:latin typeface="Garamond" panose="02020404030301010803" pitchFamily="18" charset="0"/>
            </a:rPr>
            <a:t> Garcia</a:t>
          </a:r>
        </a:p>
      </dsp:txBody>
      <dsp:txXfrm rot="-5400000">
        <a:off x="385755" y="3974160"/>
        <a:ext cx="4460409" cy="324166"/>
      </dsp:txXfrm>
    </dsp:sp>
    <dsp:sp modelId="{BE314FA8-5F0F-4626-969C-C0852FF03BF1}">
      <dsp:nvSpPr>
        <dsp:cNvPr id="0" name=""/>
        <dsp:cNvSpPr/>
      </dsp:nvSpPr>
      <dsp:spPr>
        <a:xfrm rot="5400000">
          <a:off x="-84021" y="4547981"/>
          <a:ext cx="552678" cy="386874"/>
        </a:xfrm>
        <a:prstGeom prst="chevron">
          <a:avLst/>
        </a:prstGeom>
        <a:gradFill rotWithShape="0">
          <a:gsLst>
            <a:gs pos="0">
              <a:schemeClr val="accent2">
                <a:hueOff val="-838123"/>
                <a:satOff val="-9658"/>
                <a:lumOff val="2159"/>
                <a:alphaOff val="0"/>
                <a:tint val="65000"/>
                <a:lumMod val="110000"/>
              </a:schemeClr>
            </a:gs>
            <a:gs pos="88000">
              <a:schemeClr val="accent2">
                <a:hueOff val="-838123"/>
                <a:satOff val="-9658"/>
                <a:lumOff val="2159"/>
                <a:alphaOff val="0"/>
                <a:tint val="90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Garamond" panose="02020404030301010803" pitchFamily="18" charset="0"/>
            </a:rPr>
            <a:t>10</a:t>
          </a:r>
        </a:p>
      </dsp:txBody>
      <dsp:txXfrm rot="-5400000">
        <a:off x="-1119" y="4658516"/>
        <a:ext cx="386874" cy="165804"/>
      </dsp:txXfrm>
    </dsp:sp>
    <dsp:sp modelId="{DDD9A5CF-2F66-47B8-AA62-5F2B98E0820C}">
      <dsp:nvSpPr>
        <dsp:cNvPr id="0" name=""/>
        <dsp:cNvSpPr/>
      </dsp:nvSpPr>
      <dsp:spPr>
        <a:xfrm rot="5400000">
          <a:off x="2430404" y="2442081"/>
          <a:ext cx="388648" cy="4482424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12700" cap="rnd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>
              <a:latin typeface="Garamond" panose="02020404030301010803" pitchFamily="18" charset="0"/>
            </a:rPr>
            <a:t>Centro de </a:t>
          </a:r>
          <a:r>
            <a:rPr lang="en-US" sz="2400" b="0" kern="1200" dirty="0" err="1">
              <a:latin typeface="Garamond" panose="02020404030301010803" pitchFamily="18" charset="0"/>
            </a:rPr>
            <a:t>Saúdede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  <a:r>
            <a:rPr lang="en-US" sz="2400" b="0" kern="1200" dirty="0" err="1">
              <a:latin typeface="Garamond" panose="02020404030301010803" pitchFamily="18" charset="0"/>
            </a:rPr>
            <a:t>Namaacha</a:t>
          </a:r>
          <a:r>
            <a:rPr lang="en-US" sz="2400" b="0" kern="1200" dirty="0">
              <a:latin typeface="Garamond" panose="02020404030301010803" pitchFamily="18" charset="0"/>
            </a:rPr>
            <a:t> </a:t>
          </a:r>
        </a:p>
      </dsp:txBody>
      <dsp:txXfrm rot="-5400000">
        <a:off x="383516" y="4507941"/>
        <a:ext cx="4463452" cy="350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994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8FD59-9D0F-40A5-B250-B737B64162E8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1048995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99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29F8A-2E1A-4ED4-86A0-F8F8C89DD05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7183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98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E548-66E2-490A-B8BE-3BB0057E4DE2}" type="datetimeFigureOut">
              <a:rPr lang="pt-PT" smtClean="0"/>
              <a:t>23/07/2026</a:t>
            </a:fld>
            <a:endParaRPr lang="pt-PT"/>
          </a:p>
        </p:txBody>
      </p:sp>
      <p:sp>
        <p:nvSpPr>
          <p:cNvPr id="104898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104899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104899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104899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229E6-C54D-45FB-8CDB-E6480133944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00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D40B-D4C9-F939-3314-04A7994B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Marcador de Posição da Imagem do Diapositivo 1">
            <a:extLst>
              <a:ext uri="{FF2B5EF4-FFF2-40B4-BE49-F238E27FC236}">
                <a16:creationId xmlns:a16="http://schemas.microsoft.com/office/drawing/2014/main" id="{C3E9781C-4171-5543-F533-062C3FAE8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7" name="Marcador de Posição de Notas 2">
            <a:extLst>
              <a:ext uri="{FF2B5EF4-FFF2-40B4-BE49-F238E27FC236}">
                <a16:creationId xmlns:a16="http://schemas.microsoft.com/office/drawing/2014/main" id="{899D913D-9020-1391-4BA0-15ECA1AF9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1048608" name="Marcador de Posição do Número do Diapositivo 3">
            <a:extLst>
              <a:ext uri="{FF2B5EF4-FFF2-40B4-BE49-F238E27FC236}">
                <a16:creationId xmlns:a16="http://schemas.microsoft.com/office/drawing/2014/main" id="{2909D49C-A51D-71A0-E367-0FD7F01E8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A425B-5968-4CD5-AE1D-D41E8EAAB025}" type="slidenum">
              <a:rPr lang="en-US" altLang="en-US" smtClean="0"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9520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FF3-64D0-0A22-30AD-1FE7D1F6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>
            <a:extLst>
              <a:ext uri="{FF2B5EF4-FFF2-40B4-BE49-F238E27FC236}">
                <a16:creationId xmlns:a16="http://schemas.microsoft.com/office/drawing/2014/main" id="{B856CBAF-FCC7-39EF-0C45-3938A20A6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9" name="Notes Placeholder 2">
            <a:extLst>
              <a:ext uri="{FF2B5EF4-FFF2-40B4-BE49-F238E27FC236}">
                <a16:creationId xmlns:a16="http://schemas.microsoft.com/office/drawing/2014/main" id="{EC754C93-FE11-5B6F-11E3-EE0E08A71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0" name="Slide Number Placeholder 3">
            <a:extLst>
              <a:ext uri="{FF2B5EF4-FFF2-40B4-BE49-F238E27FC236}">
                <a16:creationId xmlns:a16="http://schemas.microsoft.com/office/drawing/2014/main" id="{C6464CFB-BF5B-5F40-D65B-794743865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A425B-5968-4CD5-AE1D-D41E8EAAB025}" type="slidenum">
              <a:rPr lang="en-US" altLang="en-US" smtClean="0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433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DFF3-64D0-0A22-30AD-1FE7D1F6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>
            <a:extLst>
              <a:ext uri="{FF2B5EF4-FFF2-40B4-BE49-F238E27FC236}">
                <a16:creationId xmlns:a16="http://schemas.microsoft.com/office/drawing/2014/main" id="{B856CBAF-FCC7-39EF-0C45-3938A20A6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9" name="Notes Placeholder 2">
            <a:extLst>
              <a:ext uri="{FF2B5EF4-FFF2-40B4-BE49-F238E27FC236}">
                <a16:creationId xmlns:a16="http://schemas.microsoft.com/office/drawing/2014/main" id="{EC754C93-FE11-5B6F-11E3-EE0E08A71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0" name="Slide Number Placeholder 3">
            <a:extLst>
              <a:ext uri="{FF2B5EF4-FFF2-40B4-BE49-F238E27FC236}">
                <a16:creationId xmlns:a16="http://schemas.microsoft.com/office/drawing/2014/main" id="{C6464CFB-BF5B-5F40-D65B-794743865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A425B-5968-4CD5-AE1D-D41E8EAAB025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71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4310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9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70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F7CCD91-7CF5-463A-92B2-72398BF1BC27}" type="datetime1">
              <a:rPr lang="en-US" smtClean="0"/>
              <a:t>7/23/2026</a:t>
            </a:fld>
            <a:endParaRPr lang="en-US"/>
          </a:p>
        </p:txBody>
      </p:sp>
      <p:sp>
        <p:nvSpPr>
          <p:cNvPr id="10487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773" name="Título 1"/>
          <p:cNvSpPr txBox="1"/>
          <p:nvPr userDrawn="1"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365760">
              <a:lnSpc>
                <a:spcPct val="150000"/>
              </a:lnSpc>
              <a:defRPr sz="108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REPÚBLICA DE MOÇAMBIQUE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CIDADE DE MAPUTO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CONSELHO DOS SERVIÇOS DE REPRESENTAÇÃO DO ESTADO</a:t>
            </a:r>
            <a:br>
              <a:rPr lang="pt-BR" sz="56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108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pt-BR" sz="1080" b="1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6" name="Picture 1" descr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7157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7593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58DAB211-9DB0-4BCD-AECE-AA48D2FAF053}" type="datetime1">
              <a:rPr lang="en-US" smtClean="0"/>
              <a:t>7/23/2026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0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984A0CA-B4FB-4E13-8E26-80D44FC6CC72}" type="datetime1">
              <a:rPr lang="en-US" smtClean="0"/>
              <a:t>7/23/2026</a:t>
            </a:fld>
            <a:endParaRPr lang="en-US"/>
          </a:p>
        </p:txBody>
      </p:sp>
      <p:sp>
        <p:nvSpPr>
          <p:cNvPr id="104880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0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36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C710A497-1EF1-449D-87D8-5EB0B0B4BD38}" type="datetime1">
              <a:rPr lang="en-US" smtClean="0"/>
              <a:t>7/23/2026</a:t>
            </a:fld>
            <a:endParaRPr lang="en-US"/>
          </a:p>
        </p:txBody>
      </p:sp>
      <p:sp>
        <p:nvSpPr>
          <p:cNvPr id="104883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3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08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77641D16-2C1C-4BF4-A0A0-214276D3262E}" type="datetime1">
              <a:rPr lang="en-US" smtClean="0"/>
              <a:t>7/23/2026</a:t>
            </a:fld>
            <a:endParaRPr lang="en-US"/>
          </a:p>
        </p:txBody>
      </p:sp>
      <p:sp>
        <p:nvSpPr>
          <p:cNvPr id="10488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5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6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7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2355CEB-62F5-490C-9601-10ADD96F8305}" type="datetime1">
              <a:rPr lang="en-US" smtClean="0"/>
              <a:t>7/23/2026</a:t>
            </a:fld>
            <a:endParaRPr lang="en-US"/>
          </a:p>
        </p:txBody>
      </p:sp>
      <p:sp>
        <p:nvSpPr>
          <p:cNvPr id="10487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2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3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5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6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5DB4419-962C-4A49-AC15-FC2EB9C48224}" type="datetime1">
              <a:rPr lang="en-US" smtClean="0"/>
              <a:t>7/23/2026</a:t>
            </a:fld>
            <a:endParaRPr lang="en-US"/>
          </a:p>
        </p:txBody>
      </p:sp>
      <p:sp>
        <p:nvSpPr>
          <p:cNvPr id="104881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1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45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1150C2-FB6C-4AC5-9199-4F702BC85294}" type="datetime1">
              <a:rPr lang="en-US" smtClean="0"/>
              <a:t>7/23/2026</a:t>
            </a:fld>
            <a:endParaRPr lang="en-US"/>
          </a:p>
        </p:txBody>
      </p:sp>
      <p:sp>
        <p:nvSpPr>
          <p:cNvPr id="10488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5AF5AE3-20BD-477E-9C8D-C718405183F4}" type="datetime1">
              <a:rPr lang="en-US" smtClean="0"/>
              <a:t>7/23/2026</a:t>
            </a:fld>
            <a:endParaRPr lang="en-US"/>
          </a:p>
        </p:txBody>
      </p:sp>
      <p:sp>
        <p:nvSpPr>
          <p:cNvPr id="104863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30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1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32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60D8830-A70F-4ED5-9FF2-70A2EF4A617A}" type="datetime1">
              <a:rPr lang="en-US" smtClean="0"/>
              <a:t>7/23/2026</a:t>
            </a:fld>
            <a:endParaRPr lang="en-US"/>
          </a:p>
        </p:txBody>
      </p:sp>
      <p:sp>
        <p:nvSpPr>
          <p:cNvPr id="10488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790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91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DEF88B1-FFF6-4872-BC92-C8178554A5E1}" type="datetime1">
              <a:rPr lang="en-US" smtClean="0"/>
              <a:t>7/23/2026</a:t>
            </a:fld>
            <a:endParaRPr lang="en-US"/>
          </a:p>
        </p:txBody>
      </p:sp>
      <p:sp>
        <p:nvSpPr>
          <p:cNvPr id="10487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2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26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2EDB1223-78DD-4C93-AD91-AA9D2CFD32DB}" type="datetime1">
              <a:rPr lang="en-US" smtClean="0"/>
              <a:t>7/23/2026</a:t>
            </a:fld>
            <a:endParaRPr lang="en-US"/>
          </a:p>
        </p:txBody>
      </p:sp>
      <p:sp>
        <p:nvSpPr>
          <p:cNvPr id="10488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8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D03AC88A-7615-439F-8813-8ACC907F62FB}" type="datetime1">
              <a:rPr lang="en-US" smtClean="0"/>
              <a:t>7/23/2026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786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787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9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41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A5E7B9D3-4657-48CE-A967-DDF7CB3E92AA}" type="datetime1">
              <a:rPr lang="en-US" smtClean="0"/>
              <a:t>7/23/2026</a:t>
            </a:fld>
            <a:endParaRPr lang="en-US"/>
          </a:p>
        </p:txBody>
      </p:sp>
      <p:sp>
        <p:nvSpPr>
          <p:cNvPr id="10488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9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97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F7B934B7-89F4-49DF-9D3A-A8FD3FA057E0}" type="datetime1">
              <a:rPr lang="en-US" smtClean="0"/>
              <a:t>7/23/2026</a:t>
            </a:fld>
            <a:endParaRPr lang="en-US"/>
          </a:p>
        </p:txBody>
      </p:sp>
      <p:sp>
        <p:nvSpPr>
          <p:cNvPr id="10487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sp>
        <p:nvSpPr>
          <p:cNvPr id="1048800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801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Title 1"/>
          <p:cNvSpPr>
            <a:spLocks noGrp="1"/>
          </p:cNvSpPr>
          <p:nvPr>
            <p:ph type="title"/>
          </p:nvPr>
        </p:nvSpPr>
        <p:spPr>
          <a:xfrm>
            <a:off x="646043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5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51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113AA77D-1A2F-4B05-868F-B96A7C7B8669}" type="datetime1">
              <a:rPr lang="en-US" smtClean="0"/>
              <a:t>7/23/2026</a:t>
            </a:fld>
            <a:endParaRPr lang="en-US"/>
          </a:p>
        </p:txBody>
      </p:sp>
      <p:sp>
        <p:nvSpPr>
          <p:cNvPr id="10488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1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E740DC8C-C44A-4D1E-AE4A-0C0C91615C24}" type="datetime1">
              <a:rPr lang="en-US" smtClean="0"/>
              <a:t>7/23/2026</a:t>
            </a:fld>
            <a:endParaRPr lang="en-US"/>
          </a:p>
        </p:txBody>
      </p:sp>
      <p:sp>
        <p:nvSpPr>
          <p:cNvPr id="10488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5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/>
          <a:lstStyle/>
          <a:p>
            <a:fld id="{3DA1195B-25EA-4262-BF67-3B6353CEF485}" type="datetime1">
              <a:rPr lang="en-US" smtClean="0"/>
              <a:t>7/23/2026</a:t>
            </a:fld>
            <a:endParaRPr lang="en-US"/>
          </a:p>
        </p:txBody>
      </p:sp>
      <p:sp>
        <p:nvSpPr>
          <p:cNvPr id="10487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7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27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7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28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7F7CCD91-7CF5-463A-92B2-72398BF1BC27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0342-9227-40CF-987C-471C85B3D4D8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  <p:sp>
        <p:nvSpPr>
          <p:cNvPr id="1048931" name="Título 1"/>
          <p:cNvSpPr txBox="1"/>
          <p:nvPr/>
        </p:nvSpPr>
        <p:spPr>
          <a:xfrm>
            <a:off x="1502668" y="464650"/>
            <a:ext cx="7675469" cy="1939884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274320" fontAlgn="base">
              <a:lnSpc>
                <a:spcPct val="150000"/>
              </a:lnSpc>
              <a:spcAft>
                <a:spcPct val="0"/>
              </a:spcAft>
              <a:defRPr sz="108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REPÚBLICA DE MOÇAMBIQUE</a:t>
            </a:r>
            <a:b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CIDADE DE MAPUTO</a:t>
            </a:r>
            <a:b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CONSELHO DOS SERVIÇOS DE REPRESENTAÇÃO DO ESTADO</a:t>
            </a:r>
            <a:br>
              <a:rPr lang="pt-BR" sz="420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81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pt-BR" sz="810" b="1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pt-BR" sz="810" b="1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8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745" y="129411"/>
            <a:ext cx="823579" cy="8429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715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96" y="0"/>
            <a:ext cx="2513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58DAB211-9DB0-4BCD-AECE-AA48D2FAF053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6FB1C-C4CF-4931-B93B-6FA1419183B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867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984A0CA-B4FB-4E13-8E26-80D44FC6CC72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6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1048919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C710A497-1EF1-449D-87D8-5EB0B0B4BD38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2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72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77641D16-2C1C-4BF4-A0A0-214276D3262E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9E0B0-1D8A-4C12-B375-03EE866D0EA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08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9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10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22355CEB-62F5-490C-9601-10ADD96F8305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C3BD7-FED3-46E7-AEE2-9ADFF7CE624F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76" name="Text Placeholder 2"/>
          <p:cNvSpPr>
            <a:spLocks noGrp="1"/>
          </p:cNvSpPr>
          <p:nvPr>
            <p:ph type="body" idx="1"/>
          </p:nvPr>
        </p:nvSpPr>
        <p:spPr>
          <a:xfrm>
            <a:off x="675747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77" name="Content Placeholder 3"/>
          <p:cNvSpPr>
            <a:spLocks noGrp="1"/>
          </p:cNvSpPr>
          <p:nvPr>
            <p:ph sz="half" idx="2"/>
          </p:nvPr>
        </p:nvSpPr>
        <p:spPr>
          <a:xfrm>
            <a:off x="675747" y="2737249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79" name="Content Placeholder 5"/>
          <p:cNvSpPr>
            <a:spLocks noGrp="1"/>
          </p:cNvSpPr>
          <p:nvPr>
            <p:ph sz="quarter" idx="4"/>
          </p:nvPr>
        </p:nvSpPr>
        <p:spPr>
          <a:xfrm>
            <a:off x="5088386" y="2737249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0" name="Date Placeholder 6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5DB4419-962C-4A49-AC15-FC2EB9C48224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8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8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721A3-5451-4CED-BECB-72DEE2209E81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23" name="Date Placeholder 2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01150C2-FB6C-4AC5-9199-4F702BC85294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2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2EFE6-70B3-4F69-9AC2-246F8A49CD06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Date Placeholder 1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5AF5AE3-20BD-477E-9C8D-C718405183F4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9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9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2FB22-4253-46FA-85B6-1ED3C43F5A47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43" name="Content Placeholder 2"/>
          <p:cNvSpPr>
            <a:spLocks noGrp="1"/>
          </p:cNvSpPr>
          <p:nvPr>
            <p:ph idx="1"/>
          </p:nvPr>
        </p:nvSpPr>
        <p:spPr>
          <a:xfrm>
            <a:off x="4760463" y="514928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4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45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60D8830-A70F-4ED5-9FF2-70A2EF4A617A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DEAD7-0499-465F-884E-E9E6B3B9696B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4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856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57" name="Date Placeholder 4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1DEF88B1-FFF6-4872-BC92-C8178554A5E1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E9EB2-7A2C-4A4A-AC95-B097D0700AAA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3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39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2EDB1223-78DD-4C93-AD91-AA9D2CFD32DB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8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</a:lvl2pPr>
            <a:lvl3pPr marL="685800" indent="0">
              <a:buFontTx/>
              <a:buNone/>
            </a:lvl3pPr>
            <a:lvl4pPr marL="1028700" indent="0">
              <a:buFontTx/>
              <a:buNone/>
            </a:lvl4pPr>
            <a:lvl5pPr marL="13716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8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86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D03AC88A-7615-439F-8813-8ACC907F62FB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  <p:sp>
        <p:nvSpPr>
          <p:cNvPr id="1048889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6000">
                <a:ln w="3175" cmpd="sng">
                  <a:noFill/>
                </a:ln>
                <a:solidFill>
                  <a:srgbClr val="0F6FC6">
                    <a:lumMod val="60000"/>
                    <a:lumOff val="40000"/>
                  </a:srgbClr>
                </a:solidFill>
                <a:latin typeface="Arial"/>
                <a:cs typeface="Arial" charset="0"/>
              </a:rPr>
              <a:t>“</a:t>
            </a:r>
          </a:p>
        </p:txBody>
      </p:sp>
      <p:sp>
        <p:nvSpPr>
          <p:cNvPr id="1048890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6000">
                <a:ln w="3175" cmpd="sng">
                  <a:noFill/>
                </a:ln>
                <a:solidFill>
                  <a:srgbClr val="0F6FC6">
                    <a:lumMod val="60000"/>
                    <a:lumOff val="40000"/>
                  </a:srgbClr>
                </a:solidFill>
                <a:latin typeface="Arial"/>
                <a:cs typeface="Arial" charset="0"/>
              </a:rPr>
              <a:t>”</a:t>
            </a:r>
            <a:endParaRPr lang="en-US" sz="1800">
              <a:solidFill>
                <a:srgbClr val="0F6FC6">
                  <a:lumMod val="60000"/>
                  <a:lumOff val="40000"/>
                </a:srgbClr>
              </a:solidFill>
              <a:latin typeface="Arial"/>
              <a:cs typeface="Arial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3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34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5E7B9D3-4657-48CE-A967-DDF7CB3E92AA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0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</a:lvl2pPr>
            <a:lvl3pPr marL="685800" indent="0">
              <a:buFontTx/>
              <a:buNone/>
            </a:lvl3pPr>
            <a:lvl4pPr marL="1028700" indent="0">
              <a:buFontTx/>
              <a:buNone/>
            </a:lvl4pPr>
            <a:lvl5pPr marL="13716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0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902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F7B934B7-89F4-49DF-9D3A-A8FD3FA057E0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  <p:sp>
        <p:nvSpPr>
          <p:cNvPr id="1048905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6000">
                <a:ln w="3175" cmpd="sng">
                  <a:noFill/>
                </a:ln>
                <a:solidFill>
                  <a:srgbClr val="0F6FC6">
                    <a:lumMod val="60000"/>
                    <a:lumOff val="40000"/>
                  </a:srgbClr>
                </a:solidFill>
                <a:latin typeface="Arial"/>
                <a:cs typeface="Arial" charset="0"/>
              </a:rPr>
              <a:t>“</a:t>
            </a:r>
          </a:p>
        </p:txBody>
      </p:sp>
      <p:sp>
        <p:nvSpPr>
          <p:cNvPr id="1048906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6000">
                <a:ln w="3175" cmpd="sng">
                  <a:noFill/>
                </a:ln>
                <a:solidFill>
                  <a:srgbClr val="0F6FC6">
                    <a:lumMod val="60000"/>
                    <a:lumOff val="40000"/>
                  </a:srgbClr>
                </a:solidFill>
                <a:latin typeface="Arial"/>
                <a:cs typeface="Arial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6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</a:lvl2pPr>
            <a:lvl3pPr marL="685800" indent="0">
              <a:buFontTx/>
              <a:buNone/>
            </a:lvl3pPr>
            <a:lvl4pPr marL="1028700" indent="0">
              <a:buFontTx/>
              <a:buNone/>
            </a:lvl4pPr>
            <a:lvl5pPr marL="1371600" indent="0">
              <a:buFontTx/>
              <a:buNone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6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63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113AA77D-1A2F-4B05-868F-B96A7C7B8669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4712-2FF3-415B-B9FE-A495C802A6F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9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15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E740DC8C-C44A-4D1E-AE4A-0C0C91615C24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9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9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8E6D-53C4-4C1D-8A0B-C2092D66E15E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Vertical Title 1"/>
          <p:cNvSpPr>
            <a:spLocks noGrp="1"/>
          </p:cNvSpPr>
          <p:nvPr>
            <p:ph type="title" orient="vert"/>
          </p:nvPr>
        </p:nvSpPr>
        <p:spPr>
          <a:xfrm>
            <a:off x="7967675" y="609603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9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7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96" name="Date Placeholder 3"/>
          <p:cNvSpPr>
            <a:spLocks noGrp="1"/>
          </p:cNvSpPr>
          <p:nvPr>
            <p:ph type="dt" sz="half" idx="10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DA1195B-25EA-4262-BF67-3B6353CEF485}" type="datetime1">
              <a:rPr lang="en-US" smtClean="0">
                <a:solidFill>
                  <a:prstClr val="black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7/23/2026</a:t>
            </a:fld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0488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8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364B-3746-47F1-8AE3-534158637595}" type="slidenum">
              <a:rPr lang="en-US" smtClean="0">
                <a:solidFill>
                  <a:srgbClr val="0F6FC6"/>
                </a:solidFill>
              </a:rPr>
              <a:t>‹nº›</a:t>
            </a:fld>
            <a:endParaRPr lang="en-US">
              <a:solidFill>
                <a:srgbClr val="0F6FC6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00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76E50342-9227-40CF-987C-471C85B3D4D8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9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0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9C56FB1C-C4CF-4931-B93B-6FA1419183B5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8409E0B0-1D8A-4C12-B375-03EE866D0EA5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1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2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83DC3BD7-FED3-46E7-AEE2-9ADFF7CE624F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087721A3-5451-4CED-BECB-72DEE2209E81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9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30F2EFE6-70B3-4F69-9AC2-246F8A49CD06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4802FB22-4253-46FA-85B6-1ED3C43F5A47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5EDDEAD7-0499-465F-884E-E9E6B3B9696B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91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B41E9EB2-7A2C-4A4A-AC95-B097D0700AAA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3F5B8E6D-53C4-4C1D-8A0B-C2092D66E15E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CD7C364B-3746-47F1-8AE3-534158637595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fld id="{F301853F-1074-4891-8B20-2F0AD55C8190}" type="slidenum">
              <a:rPr lang="en-US">
                <a:solidFill>
                  <a:srgbClr val="000000"/>
                </a:solidFill>
              </a:r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2" y="6088988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7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t>‹nº›</a:t>
            </a:fld>
            <a:endParaRPr lang="en-US"/>
          </a:p>
        </p:txBody>
      </p:sp>
      <p:pic>
        <p:nvPicPr>
          <p:cNvPr id="2097152" name="Picture 1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615056" y="0"/>
            <a:ext cx="557063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6863" y="608899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104858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5" y="604136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298F4712-2FF3-415B-B9FE-A495C802A6F5}" type="slidenum">
              <a:rPr lang="en-US" smtClean="0">
                <a:solidFill>
                  <a:srgbClr val="0F6FC6"/>
                </a:solidFill>
                <a:latin typeface="Arial" charset="0"/>
                <a:cs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n-US">
              <a:solidFill>
                <a:srgbClr val="0F6FC6"/>
              </a:solidFill>
              <a:latin typeface="Arial" charset="0"/>
              <a:cs typeface="Arial" charset="0"/>
            </a:endParaRPr>
          </a:p>
        </p:txBody>
      </p:sp>
      <p:pic>
        <p:nvPicPr>
          <p:cNvPr id="2097153" name="Picture 1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79001" y="0"/>
            <a:ext cx="2513001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381750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298F4712-2FF3-415B-B9FE-A495C802A6F5}" type="slidenum">
              <a:rPr lang="en-US" smtClean="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7703-B11C-88BF-6EC5-D8324A9F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7" descr="C:\Users\DACUNHA\Pictures\image_preview.png">
            <a:extLst>
              <a:ext uri="{FF2B5EF4-FFF2-40B4-BE49-F238E27FC236}">
                <a16:creationId xmlns:a16="http://schemas.microsoft.com/office/drawing/2014/main" id="{5ECBA531-DD9D-2BC8-BEB8-FD30A0E2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7212" y="227255"/>
            <a:ext cx="894155" cy="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2" name="Rectangle 1">
            <a:extLst>
              <a:ext uri="{FF2B5EF4-FFF2-40B4-BE49-F238E27FC236}">
                <a16:creationId xmlns:a16="http://schemas.microsoft.com/office/drawing/2014/main" id="{59CAC7D6-3293-78A6-7000-E77C9B11A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113" y="1005130"/>
            <a:ext cx="9029444" cy="156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PT" sz="2400" dirty="0">
                <a:latin typeface="Arial Narrow" panose="020B0606020202030204" pitchFamily="34" charset="0"/>
                <a:cs typeface="Arial"/>
              </a:rPr>
              <a:t>REPÚBLICA DE MOÇAMBIQUE</a:t>
            </a:r>
          </a:p>
          <a:p>
            <a:pPr algn="ctr"/>
            <a:r>
              <a:rPr lang="pt-PT" sz="2400" dirty="0">
                <a:latin typeface="Arial Narrow" panose="020B0606020202030204" pitchFamily="34" charset="0"/>
                <a:cs typeface="Arial"/>
              </a:rPr>
              <a:t>CIDADE DE MAPUTO</a:t>
            </a:r>
          </a:p>
          <a:p>
            <a:pPr algn="ctr"/>
            <a:r>
              <a:rPr lang="pt-PT" sz="2400" dirty="0">
                <a:latin typeface="Arial Narrow" panose="020B0606020202030204" pitchFamily="34" charset="0"/>
                <a:cs typeface="Arial"/>
              </a:rPr>
              <a:t>CONSELHO DOS SERVIÇOS DE REPRESENTAÇÃO DO ESTADO</a:t>
            </a:r>
          </a:p>
          <a:p>
            <a:pPr algn="ctr"/>
            <a:r>
              <a:rPr lang="pt-PT" sz="2400" b="1" dirty="0">
                <a:latin typeface="Arial Narrow" panose="020B0606020202030204" pitchFamily="34" charset="0"/>
                <a:cs typeface="Arial"/>
              </a:rPr>
              <a:t>SERVIÇO DE SAÚDE DA CIDADE</a:t>
            </a:r>
          </a:p>
        </p:txBody>
      </p:sp>
      <p:sp>
        <p:nvSpPr>
          <p:cNvPr id="1048603" name="Footer Placeholder 3">
            <a:extLst>
              <a:ext uri="{FF2B5EF4-FFF2-40B4-BE49-F238E27FC236}">
                <a16:creationId xmlns:a16="http://schemas.microsoft.com/office/drawing/2014/main" id="{BC484741-ADA3-BF33-A354-0BC93FFA7DFE}"/>
              </a:ext>
            </a:extLst>
          </p:cNvPr>
          <p:cNvSpPr txBox="1"/>
          <p:nvPr/>
        </p:nvSpPr>
        <p:spPr>
          <a:xfrm>
            <a:off x="1059420" y="5852870"/>
            <a:ext cx="9782827" cy="365125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Maputo, Julho de 2026 </a:t>
            </a:r>
            <a:endParaRPr lang="en-US" sz="2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048604" name="Rectangle 6">
            <a:extLst>
              <a:ext uri="{FF2B5EF4-FFF2-40B4-BE49-F238E27FC236}">
                <a16:creationId xmlns:a16="http://schemas.microsoft.com/office/drawing/2014/main" id="{B8F21014-559D-B944-C331-FEAE09224374}"/>
              </a:ext>
            </a:extLst>
          </p:cNvPr>
          <p:cNvSpPr/>
          <p:nvPr/>
        </p:nvSpPr>
        <p:spPr>
          <a:xfrm>
            <a:off x="304800" y="2898563"/>
            <a:ext cx="11016343" cy="1459273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Reorganização dos serviços de Neonatologia em resposta ao Encerramento da  Maternidade e Neonatologia da Matola</a:t>
            </a:r>
            <a:endParaRPr lang="en-ZA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421D0E-8201-9E4B-68C7-BCABA2753AC6}"/>
              </a:ext>
            </a:extLst>
          </p:cNvPr>
          <p:cNvSpPr txBox="1"/>
          <p:nvPr/>
        </p:nvSpPr>
        <p:spPr>
          <a:xfrm>
            <a:off x="4078491" y="4874520"/>
            <a:ext cx="374468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Geral José  Macamo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03C3C01-29A2-6584-57A7-B61BC1C8A415}"/>
              </a:ext>
            </a:extLst>
          </p:cNvPr>
          <p:cNvSpPr txBox="1">
            <a:spLocks/>
          </p:cNvSpPr>
          <p:nvPr/>
        </p:nvSpPr>
        <p:spPr>
          <a:xfrm>
            <a:off x="2867165" y="6456198"/>
            <a:ext cx="678840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latin typeface="Garamond" panose="02020404030301010803" pitchFamily="18" charset="0"/>
              </a:rPr>
              <a:t>Maputo Cidade, pela Convergência Económica, Inclusão, Inovação e Progresso Social. 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81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A335-BD57-35E7-A333-DE4793A8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2">
            <a:extLst>
              <a:ext uri="{FF2B5EF4-FFF2-40B4-BE49-F238E27FC236}">
                <a16:creationId xmlns:a16="http://schemas.microsoft.com/office/drawing/2014/main" id="{3991BE2A-2513-CFA5-A734-089F72FD4E83}"/>
              </a:ext>
            </a:extLst>
          </p:cNvPr>
          <p:cNvGrpSpPr/>
          <p:nvPr/>
        </p:nvGrpSpPr>
        <p:grpSpPr>
          <a:xfrm>
            <a:off x="330927" y="1753619"/>
            <a:ext cx="290690" cy="4795225"/>
            <a:chOff x="588974" y="2600732"/>
            <a:chExt cx="3832209" cy="4257267"/>
          </a:xfrm>
          <a:solidFill>
            <a:srgbClr val="03803B"/>
          </a:solidFill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048609" name="Rectangle 3">
              <a:extLst>
                <a:ext uri="{FF2B5EF4-FFF2-40B4-BE49-F238E27FC236}">
                  <a16:creationId xmlns:a16="http://schemas.microsoft.com/office/drawing/2014/main" id="{CF5DA43F-2EDD-CF90-6A81-8A0910DA9BDF}"/>
                </a:ext>
              </a:extLst>
            </p:cNvPr>
            <p:cNvSpPr/>
            <p:nvPr/>
          </p:nvSpPr>
          <p:spPr>
            <a:xfrm>
              <a:off x="588974" y="2600732"/>
              <a:ext cx="717093" cy="425726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8610" name="Rectangle 4">
              <a:extLst>
                <a:ext uri="{FF2B5EF4-FFF2-40B4-BE49-F238E27FC236}">
                  <a16:creationId xmlns:a16="http://schemas.microsoft.com/office/drawing/2014/main" id="{B1656B19-4C47-F058-C42D-42BE9292946F}"/>
                </a:ext>
              </a:extLst>
            </p:cNvPr>
            <p:cNvSpPr/>
            <p:nvPr/>
          </p:nvSpPr>
          <p:spPr>
            <a:xfrm>
              <a:off x="1367753" y="2600732"/>
              <a:ext cx="717093" cy="425726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8611" name="Rectangle 5">
              <a:extLst>
                <a:ext uri="{FF2B5EF4-FFF2-40B4-BE49-F238E27FC236}">
                  <a16:creationId xmlns:a16="http://schemas.microsoft.com/office/drawing/2014/main" id="{C04FA837-864A-0B10-8DB6-5BFEA09DF44B}"/>
                </a:ext>
              </a:extLst>
            </p:cNvPr>
            <p:cNvSpPr/>
            <p:nvPr/>
          </p:nvSpPr>
          <p:spPr>
            <a:xfrm>
              <a:off x="2146532" y="2600732"/>
              <a:ext cx="717093" cy="425726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8612" name="Rectangle 6">
              <a:extLst>
                <a:ext uri="{FF2B5EF4-FFF2-40B4-BE49-F238E27FC236}">
                  <a16:creationId xmlns:a16="http://schemas.microsoft.com/office/drawing/2014/main" id="{20A77713-1A7B-D93F-FA6E-6EDB71C8F21E}"/>
                </a:ext>
              </a:extLst>
            </p:cNvPr>
            <p:cNvSpPr/>
            <p:nvPr/>
          </p:nvSpPr>
          <p:spPr>
            <a:xfrm>
              <a:off x="2925311" y="2600732"/>
              <a:ext cx="717093" cy="425726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8613" name="Rectangle 7">
              <a:extLst>
                <a:ext uri="{FF2B5EF4-FFF2-40B4-BE49-F238E27FC236}">
                  <a16:creationId xmlns:a16="http://schemas.microsoft.com/office/drawing/2014/main" id="{ADE1E434-804F-0C33-74BB-14EBD1F535A2}"/>
                </a:ext>
              </a:extLst>
            </p:cNvPr>
            <p:cNvSpPr/>
            <p:nvPr/>
          </p:nvSpPr>
          <p:spPr>
            <a:xfrm>
              <a:off x="3704090" y="2600732"/>
              <a:ext cx="717093" cy="425726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48614" name="Title 1">
            <a:extLst>
              <a:ext uri="{FF2B5EF4-FFF2-40B4-BE49-F238E27FC236}">
                <a16:creationId xmlns:a16="http://schemas.microsoft.com/office/drawing/2014/main" id="{6EB393C4-11D9-AE56-5EF3-0394718AA2D2}"/>
              </a:ext>
            </a:extLst>
          </p:cNvPr>
          <p:cNvSpPr>
            <a:spLocks noGrp="1"/>
          </p:cNvSpPr>
          <p:nvPr/>
        </p:nvSpPr>
        <p:spPr bwMode="auto">
          <a:xfrm>
            <a:off x="621616" y="131171"/>
            <a:ext cx="10699527" cy="674373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sz="3600" b="1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Conteúdo da Apresentação </a:t>
            </a:r>
            <a:endParaRPr lang="pt-PT" altLang="en-US" sz="3600" b="1" dirty="0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Rectangle 11">
            <a:extLst>
              <a:ext uri="{FF2B5EF4-FFF2-40B4-BE49-F238E27FC236}">
                <a16:creationId xmlns:a16="http://schemas.microsoft.com/office/drawing/2014/main" id="{5F21CFE0-00D2-A445-17F6-8709D65C9A4B}"/>
              </a:ext>
            </a:extLst>
          </p:cNvPr>
          <p:cNvSpPr/>
          <p:nvPr/>
        </p:nvSpPr>
        <p:spPr>
          <a:xfrm>
            <a:off x="942709" y="1621685"/>
            <a:ext cx="10057338" cy="47952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Nota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Introdutória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Contextualização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Localização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área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captação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do HGJM;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Localização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e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área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captação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  <a:ea typeface="Kozuka Gothic Pro B" pitchFamily="34" charset="-128"/>
                <a:cs typeface="Times New Roman" panose="02020603050405020304" pitchFamily="18" charset="0"/>
              </a:rPr>
              <a:t> do HPM;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Resumo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estatistico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Adaptação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Impacto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 do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encerramento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 do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berçário</a:t>
            </a:r>
            <a:r>
              <a:rPr lang="en-US" sz="2400" dirty="0">
                <a:solidFill>
                  <a:schemeClr val="tx1"/>
                </a:solidFill>
                <a:latin typeface="Garamond" panose="02020404030301010803" pitchFamily="18" charset="0"/>
              </a:rPr>
              <a:t> da </a:t>
            </a: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Matola</a:t>
            </a:r>
            <a:endParaRPr lang="en-US" sz="24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 err="1">
                <a:solidFill>
                  <a:schemeClr val="tx1"/>
                </a:solidFill>
                <a:latin typeface="Garamond" panose="02020404030301010803" pitchFamily="18" charset="0"/>
              </a:rPr>
              <a:t>Desafios</a:t>
            </a:r>
            <a:endParaRPr lang="en-US" sz="2400" dirty="0">
              <a:solidFill>
                <a:schemeClr val="tx1"/>
              </a:solidFill>
              <a:latin typeface="Garamond" panose="02020404030301010803" pitchFamily="18" charset="0"/>
            </a:endParaRPr>
          </a:p>
          <a:p>
            <a:pPr marL="342900" indent="-342900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pt-PT" sz="2400" dirty="0">
              <a:solidFill>
                <a:schemeClr val="tx1"/>
              </a:solidFill>
              <a:latin typeface="Arial Narrow" panose="020B0606020202030204" pitchFamily="34" charset="0"/>
              <a:ea typeface="Kozuka Gothic Pro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2043F10-69C3-912C-F8D3-BC8AE03D266B}"/>
              </a:ext>
            </a:extLst>
          </p:cNvPr>
          <p:cNvSpPr txBox="1">
            <a:spLocks/>
          </p:cNvSpPr>
          <p:nvPr/>
        </p:nvSpPr>
        <p:spPr>
          <a:xfrm>
            <a:off x="2828968" y="6183719"/>
            <a:ext cx="628482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>
                <a:latin typeface="Garamond" panose="02020404030301010803" pitchFamily="18" charset="0"/>
              </a:rPr>
              <a:t>Maputo Cidade, pela Convergência Económica, Inclusão, Inovação e Progresso Social. </a:t>
            </a:r>
            <a:endParaRPr lang="en-US" sz="14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8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C1A5-AC7A-B4D4-13AE-C5A99730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>
            <a:extLst>
              <a:ext uri="{FF2B5EF4-FFF2-40B4-BE49-F238E27FC236}">
                <a16:creationId xmlns:a16="http://schemas.microsoft.com/office/drawing/2014/main" id="{4A3463C0-45A1-5F30-9CD3-46C0C8CD7F95}"/>
              </a:ext>
            </a:extLst>
          </p:cNvPr>
          <p:cNvSpPr>
            <a:spLocks noGrp="1"/>
          </p:cNvSpPr>
          <p:nvPr/>
        </p:nvSpPr>
        <p:spPr bwMode="auto">
          <a:xfrm>
            <a:off x="706543" y="127427"/>
            <a:ext cx="10237682" cy="790767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sz="4000" b="1" dirty="0">
                <a:solidFill>
                  <a:schemeClr val="bg1"/>
                </a:solidFill>
                <a:latin typeface="Bodoni MT"/>
              </a:rPr>
              <a:t>Nota Introdutória 1</a:t>
            </a:r>
            <a:r>
              <a:rPr lang="pt-PT" sz="4000" b="1" dirty="0">
                <a:latin typeface="Bodoni MT"/>
              </a:rPr>
              <a:t> </a:t>
            </a:r>
            <a:endParaRPr lang="pt-PT" altLang="en-US" sz="4000" b="1" dirty="0">
              <a:latin typeface="Bodoni MT" panose="020706030806060202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83FCD-E5DB-9D40-08A8-FD2B7BFD03CC}"/>
              </a:ext>
            </a:extLst>
          </p:cNvPr>
          <p:cNvSpPr txBox="1"/>
          <p:nvPr/>
        </p:nvSpPr>
        <p:spPr>
          <a:xfrm>
            <a:off x="244641" y="1658419"/>
            <a:ext cx="11161486" cy="257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0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 sequência do encerramento da Maternidade e do berçario da Matola, verificou-se uma transferência significativa de recém-nascidos para as unidades sanitárias de referência da Cidade de Maputo.</a:t>
            </a:r>
          </a:p>
          <a:p>
            <a:pPr marL="457200" indent="-4572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0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HGJM passou a receber um elevado número de neonatos, incluindo casos clínicos complexos que anteriormente eram absorvidos pela Matola.</a:t>
            </a:r>
          </a:p>
        </p:txBody>
      </p:sp>
    </p:spTree>
    <p:extLst>
      <p:ext uri="{BB962C8B-B14F-4D97-AF65-F5344CB8AC3E}">
        <p14:creationId xmlns:p14="http://schemas.microsoft.com/office/powerpoint/2010/main" val="31900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EC1A5-AC7A-B4D4-13AE-C5A99730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>
            <a:extLst>
              <a:ext uri="{FF2B5EF4-FFF2-40B4-BE49-F238E27FC236}">
                <a16:creationId xmlns:a16="http://schemas.microsoft.com/office/drawing/2014/main" id="{4A3463C0-45A1-5F30-9CD3-46C0C8CD7F95}"/>
              </a:ext>
            </a:extLst>
          </p:cNvPr>
          <p:cNvSpPr>
            <a:spLocks noGrp="1"/>
          </p:cNvSpPr>
          <p:nvPr/>
        </p:nvSpPr>
        <p:spPr bwMode="auto">
          <a:xfrm>
            <a:off x="706543" y="127427"/>
            <a:ext cx="10237682" cy="790767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sz="4000" b="1" dirty="0">
                <a:solidFill>
                  <a:schemeClr val="bg1"/>
                </a:solidFill>
                <a:latin typeface="Garamond" panose="02020404030301010803" pitchFamily="18" charset="0"/>
              </a:rPr>
              <a:t>Contextualização</a:t>
            </a:r>
            <a:r>
              <a:rPr lang="pt-PT" sz="4000" b="1" dirty="0">
                <a:latin typeface="Garamond" panose="02020404030301010803" pitchFamily="18" charset="0"/>
              </a:rPr>
              <a:t> </a:t>
            </a:r>
            <a:endParaRPr lang="pt-PT" altLang="en-US" sz="4000" b="1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83FCD-E5DB-9D40-08A8-FD2B7BFD03CC}"/>
              </a:ext>
            </a:extLst>
          </p:cNvPr>
          <p:cNvSpPr txBox="1"/>
          <p:nvPr/>
        </p:nvSpPr>
        <p:spPr>
          <a:xfrm>
            <a:off x="515257" y="1104429"/>
            <a:ext cx="11161486" cy="508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Aumento da procura e da ocupação, gerando uma sobrecarga na capacidade instalada, nos recursos humanos e na gestão das actividades diárias;</a:t>
            </a:r>
          </a:p>
          <a:p>
            <a:pPr marL="34290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Esta sobrecarga, afectou diversos aspectos do serviço, incluindo a qualidade dos </a:t>
            </a:r>
            <a:r>
              <a:rPr lang="pt-B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cuidados prestados, o bem estar das crianças e dos profissionais, a organização das rotinas e o cumprimento das normas de segurança e de atendimento.</a:t>
            </a:r>
          </a:p>
          <a:p>
            <a:pPr marL="457200" indent="-4572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pt-B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Deste modo, torna-se importante analisar os impactos decorrentes desta mudança, identificando os principais desafios enfrentados e possíveis estratégias para minimizar os seus efeitos.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43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 bwMode="auto">
          <a:xfrm>
            <a:off x="295075" y="115196"/>
            <a:ext cx="10951706" cy="558301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Garamond" panose="02020404030301010803" pitchFamily="18" charset="0"/>
              </a:rPr>
              <a:t>LOCALIZAÇÃO E ÁREA DE CAPTAÇÃO</a:t>
            </a:r>
          </a:p>
        </p:txBody>
      </p:sp>
      <p:sp>
        <p:nvSpPr>
          <p:cNvPr id="7" name="Estrela de 10 Pontos 6"/>
          <p:cNvSpPr/>
          <p:nvPr/>
        </p:nvSpPr>
        <p:spPr>
          <a:xfrm>
            <a:off x="11535451" y="6261694"/>
            <a:ext cx="568318" cy="457200"/>
          </a:xfrm>
          <a:prstGeom prst="star10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pt-PT" dirty="0"/>
          </a:p>
        </p:txBody>
      </p:sp>
      <p:pic>
        <p:nvPicPr>
          <p:cNvPr id="8" name="Picture 4" descr="Map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075" y="971600"/>
            <a:ext cx="4172150" cy="565348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0" name="Diagram 3"/>
          <p:cNvGraphicFramePr/>
          <p:nvPr/>
        </p:nvGraphicFramePr>
        <p:xfrm>
          <a:off x="4333239" y="778272"/>
          <a:ext cx="6637317" cy="616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2" name="Table Placeholder 8"/>
          <p:cNvGraphicFramePr>
            <a:graphicFrameLocks/>
          </p:cNvGraphicFramePr>
          <p:nvPr/>
        </p:nvGraphicFramePr>
        <p:xfrm>
          <a:off x="5158403" y="971600"/>
          <a:ext cx="6088378" cy="5516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67163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757714" y="90503"/>
            <a:ext cx="5890821" cy="5847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PT" dirty="0"/>
              <a:t>Rede Sanitária:</a:t>
            </a:r>
          </a:p>
        </p:txBody>
      </p:sp>
      <p:graphicFrame>
        <p:nvGraphicFramePr>
          <p:cNvPr id="5" name="Diagram 3"/>
          <p:cNvGraphicFramePr/>
          <p:nvPr>
            <p:extLst>
              <p:ext uri="{D42A27DB-BD31-4B8C-83A1-F6EECF244321}">
                <p14:modId xmlns:p14="http://schemas.microsoft.com/office/powerpoint/2010/main" val="328013950"/>
              </p:ext>
            </p:extLst>
          </p:nvPr>
        </p:nvGraphicFramePr>
        <p:xfrm>
          <a:off x="2036370" y="973885"/>
          <a:ext cx="6966858" cy="43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4"/>
          <p:cNvGraphicFramePr/>
          <p:nvPr>
            <p:extLst>
              <p:ext uri="{D42A27DB-BD31-4B8C-83A1-F6EECF244321}">
                <p14:modId xmlns:p14="http://schemas.microsoft.com/office/powerpoint/2010/main" val="2629421133"/>
              </p:ext>
            </p:extLst>
          </p:nvPr>
        </p:nvGraphicFramePr>
        <p:xfrm>
          <a:off x="839293" y="1672281"/>
          <a:ext cx="10281831" cy="502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Estrela de 10 Pontos 6"/>
          <p:cNvSpPr/>
          <p:nvPr/>
        </p:nvSpPr>
        <p:spPr>
          <a:xfrm>
            <a:off x="11535451" y="6261694"/>
            <a:ext cx="568318" cy="457200"/>
          </a:xfrm>
          <a:prstGeom prst="star10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77460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4BE21-0C7F-2ED7-6F2A-503765081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2769" y="1669145"/>
            <a:ext cx="5215174" cy="44558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200" dirty="0">
                <a:latin typeface="Garamond" panose="02020404030301010803" pitchFamily="18" charset="0"/>
              </a:rPr>
              <a:t>Habitantes 927.123 (Censo 2015) 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Garamond" panose="02020404030301010803" pitchFamily="18" charset="0"/>
              </a:rPr>
              <a:t>Superficie:  332,88 Km² 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Garamond" panose="02020404030301010803" pitchFamily="18" charset="0"/>
              </a:rPr>
              <a:t>Densidade de população da Matola é 2.784 habitantes por Km² 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Garamond" panose="02020404030301010803" pitchFamily="18" charset="0"/>
              </a:rPr>
              <a:t>Rede sanitaria de (17): 1 hospital e 16 centros de saúde</a:t>
            </a:r>
            <a:endParaRPr lang="en-IN" sz="2200" dirty="0">
              <a:latin typeface="Garamond" panose="02020404030301010803" pitchFamily="18" charset="0"/>
            </a:endParaRPr>
          </a:p>
        </p:txBody>
      </p:sp>
      <p:pic>
        <p:nvPicPr>
          <p:cNvPr id="1026" name="Picture 2" descr="Publicações - Medicus Mundi Moçambique">
            <a:extLst>
              <a:ext uri="{FF2B5EF4-FFF2-40B4-BE49-F238E27FC236}">
                <a16:creationId xmlns:a16="http://schemas.microsoft.com/office/drawing/2014/main" id="{04032C4E-B7E7-0672-443F-0B8C203276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49" y="1567542"/>
            <a:ext cx="4701220" cy="455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73E440-B0FB-1A76-AB97-F654DBD5BD0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93157" y="375331"/>
            <a:ext cx="10234499" cy="82935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Garamond" panose="02020404030301010803" pitchFamily="18" charset="0"/>
              </a:rPr>
              <a:t>LOCALIZAÇÃO E ÁREA DE CAPTAÇÃO DA MATOLA</a:t>
            </a:r>
          </a:p>
        </p:txBody>
      </p:sp>
    </p:spTree>
    <p:extLst>
      <p:ext uri="{BB962C8B-B14F-4D97-AF65-F5344CB8AC3E}">
        <p14:creationId xmlns:p14="http://schemas.microsoft.com/office/powerpoint/2010/main" val="82720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Maputo Cidade, pela Convergência Económica, Inclusão, Inovação e Progresso Social. </a:t>
            </a:r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349849" y="347535"/>
            <a:ext cx="9492301" cy="5847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pt-PT" dirty="0"/>
              <a:t>     Rede Sanitária do Hospital Provincial da Matola</a:t>
            </a:r>
          </a:p>
        </p:txBody>
      </p:sp>
      <p:graphicFrame>
        <p:nvGraphicFramePr>
          <p:cNvPr id="6" name="Diagram 4"/>
          <p:cNvGraphicFramePr/>
          <p:nvPr>
            <p:extLst>
              <p:ext uri="{D42A27DB-BD31-4B8C-83A1-F6EECF244321}">
                <p14:modId xmlns:p14="http://schemas.microsoft.com/office/powerpoint/2010/main" val="1684240036"/>
              </p:ext>
            </p:extLst>
          </p:nvPr>
        </p:nvGraphicFramePr>
        <p:xfrm>
          <a:off x="839293" y="1672281"/>
          <a:ext cx="4864821" cy="502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trela de 10 Pontos 6"/>
          <p:cNvSpPr/>
          <p:nvPr/>
        </p:nvSpPr>
        <p:spPr>
          <a:xfrm>
            <a:off x="11535451" y="6261694"/>
            <a:ext cx="568318" cy="457200"/>
          </a:xfrm>
          <a:prstGeom prst="star10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pt-P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2E602-0B1F-3FC8-CDE1-BB717C9E15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660494"/>
            <a:ext cx="5303980" cy="50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7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B2357193-AB83-6F7F-4A37-1F870025B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46760"/>
              </p:ext>
            </p:extLst>
          </p:nvPr>
        </p:nvGraphicFramePr>
        <p:xfrm>
          <a:off x="176715" y="2627086"/>
          <a:ext cx="5483857" cy="417397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06828">
                  <a:extLst>
                    <a:ext uri="{9D8B030D-6E8A-4147-A177-3AD203B41FA5}">
                      <a16:colId xmlns:a16="http://schemas.microsoft.com/office/drawing/2014/main" val="2055108823"/>
                    </a:ext>
                  </a:extLst>
                </a:gridCol>
                <a:gridCol w="992060">
                  <a:extLst>
                    <a:ext uri="{9D8B030D-6E8A-4147-A177-3AD203B41FA5}">
                      <a16:colId xmlns:a16="http://schemas.microsoft.com/office/drawing/2014/main" val="3398535561"/>
                    </a:ext>
                  </a:extLst>
                </a:gridCol>
                <a:gridCol w="955060">
                  <a:extLst>
                    <a:ext uri="{9D8B030D-6E8A-4147-A177-3AD203B41FA5}">
                      <a16:colId xmlns:a16="http://schemas.microsoft.com/office/drawing/2014/main" val="2636668184"/>
                    </a:ext>
                  </a:extLst>
                </a:gridCol>
                <a:gridCol w="1129909">
                  <a:extLst>
                    <a:ext uri="{9D8B030D-6E8A-4147-A177-3AD203B41FA5}">
                      <a16:colId xmlns:a16="http://schemas.microsoft.com/office/drawing/2014/main" val="3775203994"/>
                    </a:ext>
                  </a:extLst>
                </a:gridCol>
              </a:tblGrid>
              <a:tr h="458670">
                <a:tc>
                  <a:txBody>
                    <a:bodyPr/>
                    <a:lstStyle/>
                    <a:p>
                      <a:r>
                        <a:rPr lang="pt-PT" sz="2400" dirty="0"/>
                        <a:t>RH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2025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2026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Evol 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286151"/>
                  </a:ext>
                </a:extLst>
              </a:tr>
              <a:tr h="458670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 Pediatras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3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33,3%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222487"/>
                  </a:ext>
                </a:extLst>
              </a:tr>
              <a:tr h="825606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Médicas de clinica geral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0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65459"/>
                  </a:ext>
                </a:extLst>
              </a:tr>
              <a:tr h="458670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Enfermeiros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21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0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23824"/>
                  </a:ext>
                </a:extLst>
              </a:tr>
              <a:tr h="690726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Agentes de serviço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5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5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0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169957"/>
                  </a:ext>
                </a:extLst>
              </a:tr>
              <a:tr h="458670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Copeiras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0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321250"/>
                  </a:ext>
                </a:extLst>
              </a:tr>
              <a:tr h="690726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Administractivas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0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9287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886FDC63-CCB9-2FA7-9027-39881EDFAF84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069749" y="406400"/>
            <a:ext cx="8596312" cy="595086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pt-PT" sz="3200" dirty="0">
                <a:latin typeface="Garamond" panose="02020404030301010803" pitchFamily="18" charset="0"/>
              </a:rPr>
              <a:t>Evolução dos Recursos Humanos</a:t>
            </a:r>
            <a:endParaRPr lang="en-IN" sz="3200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52B9214-99CB-8255-2DE0-047271567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6076765"/>
              </p:ext>
            </p:extLst>
          </p:nvPr>
        </p:nvGraphicFramePr>
        <p:xfrm>
          <a:off x="5907315" y="2627086"/>
          <a:ext cx="5805714" cy="4173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1371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AB4FC68B-FF04-A662-851E-94CB62C0C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824983"/>
              </p:ext>
            </p:extLst>
          </p:nvPr>
        </p:nvGraphicFramePr>
        <p:xfrm>
          <a:off x="209185" y="1857829"/>
          <a:ext cx="5483857" cy="500017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10028">
                  <a:extLst>
                    <a:ext uri="{9D8B030D-6E8A-4147-A177-3AD203B41FA5}">
                      <a16:colId xmlns:a16="http://schemas.microsoft.com/office/drawing/2014/main" val="2055108823"/>
                    </a:ext>
                  </a:extLst>
                </a:gridCol>
                <a:gridCol w="887915">
                  <a:extLst>
                    <a:ext uri="{9D8B030D-6E8A-4147-A177-3AD203B41FA5}">
                      <a16:colId xmlns:a16="http://schemas.microsoft.com/office/drawing/2014/main" val="3398535561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468604743"/>
                    </a:ext>
                  </a:extLst>
                </a:gridCol>
                <a:gridCol w="1100543">
                  <a:extLst>
                    <a:ext uri="{9D8B030D-6E8A-4147-A177-3AD203B41FA5}">
                      <a16:colId xmlns:a16="http://schemas.microsoft.com/office/drawing/2014/main" val="913335792"/>
                    </a:ext>
                  </a:extLst>
                </a:gridCol>
              </a:tblGrid>
              <a:tr h="506122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2025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400">
                          <a:latin typeface="Garamond" panose="02020404030301010803" pitchFamily="18" charset="0"/>
                        </a:rPr>
                        <a:t>2026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Evol 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286151"/>
                  </a:ext>
                </a:extLst>
              </a:tr>
              <a:tr h="506122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Admitidos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1014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>
                          <a:latin typeface="Garamond" panose="02020404030301010803" pitchFamily="18" charset="0"/>
                        </a:rPr>
                        <a:t>1713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68%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222487"/>
                  </a:ext>
                </a:extLst>
              </a:tr>
              <a:tr h="721963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Alta Clinica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1014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1639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61,6%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65459"/>
                  </a:ext>
                </a:extLst>
              </a:tr>
              <a:tr h="721963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Transferências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17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>
                          <a:latin typeface="Garamond" panose="02020404030301010803" pitchFamily="18" charset="0"/>
                        </a:rPr>
                        <a:t>32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88,2%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823824"/>
                  </a:ext>
                </a:extLst>
              </a:tr>
              <a:tr h="721963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Óbitos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114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216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89,5%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169957"/>
                  </a:ext>
                </a:extLst>
              </a:tr>
              <a:tr h="911019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Taxa de ocupação de camas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60%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>
                          <a:latin typeface="Garamond" panose="02020404030301010803" pitchFamily="18" charset="0"/>
                        </a:rPr>
                        <a:t>81%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49%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321250"/>
                  </a:ext>
                </a:extLst>
              </a:tr>
              <a:tr h="911019">
                <a:tc>
                  <a:txBody>
                    <a:bodyPr/>
                    <a:lstStyle/>
                    <a:p>
                      <a:r>
                        <a:rPr lang="pt-PT" sz="2400" dirty="0">
                          <a:latin typeface="Garamond" panose="02020404030301010803" pitchFamily="18" charset="0"/>
                        </a:rPr>
                        <a:t>Taxa de mortalidade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11.2%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latin typeface="Garamond" panose="02020404030301010803" pitchFamily="18" charset="0"/>
                        </a:rPr>
                        <a:t>13%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1,8%</a:t>
                      </a:r>
                      <a:endParaRPr lang="en-IN" sz="24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92877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E7EC6B8-BBF8-1255-D84A-566096606E5E}"/>
              </a:ext>
            </a:extLst>
          </p:cNvPr>
          <p:cNvSpPr txBox="1">
            <a:spLocks/>
          </p:cNvSpPr>
          <p:nvPr/>
        </p:nvSpPr>
        <p:spPr bwMode="auto">
          <a:xfrm>
            <a:off x="1349849" y="347535"/>
            <a:ext cx="9492301" cy="5847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pt-PT" dirty="0"/>
              <a:t>     Dados Comparativos da Componente Assistencial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47D5958-B7FA-3F83-8809-433E38EF4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1233738"/>
              </p:ext>
            </p:extLst>
          </p:nvPr>
        </p:nvGraphicFramePr>
        <p:xfrm>
          <a:off x="6095999" y="1857829"/>
          <a:ext cx="5254172" cy="5000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38331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C0F8424-8451-00BE-2656-96C92EB2B5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177223"/>
              </p:ext>
            </p:extLst>
          </p:nvPr>
        </p:nvGraphicFramePr>
        <p:xfrm>
          <a:off x="6323012" y="3383281"/>
          <a:ext cx="5375502" cy="3386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24D22A-0783-61BB-B144-1A4FE7882E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6663594"/>
              </p:ext>
            </p:extLst>
          </p:nvPr>
        </p:nvGraphicFramePr>
        <p:xfrm>
          <a:off x="116113" y="3428999"/>
          <a:ext cx="5021943" cy="3386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44C7F0F7-8579-E9FA-BD6E-2DA4D3C59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31742"/>
              </p:ext>
            </p:extLst>
          </p:nvPr>
        </p:nvGraphicFramePr>
        <p:xfrm>
          <a:off x="116113" y="1634289"/>
          <a:ext cx="5021943" cy="1584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02089">
                  <a:extLst>
                    <a:ext uri="{9D8B030D-6E8A-4147-A177-3AD203B41FA5}">
                      <a16:colId xmlns:a16="http://schemas.microsoft.com/office/drawing/2014/main" val="4281850843"/>
                    </a:ext>
                  </a:extLst>
                </a:gridCol>
                <a:gridCol w="2219854">
                  <a:extLst>
                    <a:ext uri="{9D8B030D-6E8A-4147-A177-3AD203B41FA5}">
                      <a16:colId xmlns:a16="http://schemas.microsoft.com/office/drawing/2014/main" val="1030340947"/>
                    </a:ext>
                  </a:extLst>
                </a:gridCol>
              </a:tblGrid>
              <a:tr h="313514">
                <a:tc>
                  <a:txBody>
                    <a:bodyPr/>
                    <a:lstStyle/>
                    <a:p>
                      <a:r>
                        <a:rPr lang="pt-PT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Admitidos</a:t>
                      </a:r>
                      <a:endParaRPr lang="en-IN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  <a:endParaRPr lang="en-IN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279324"/>
                  </a:ext>
                </a:extLst>
              </a:tr>
              <a:tr h="313514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2025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1014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18227"/>
                  </a:ext>
                </a:extLst>
              </a:tr>
              <a:tr h="313514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2026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1738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9969"/>
                  </a:ext>
                </a:extLst>
              </a:tr>
              <a:tr h="313514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Evoluçao %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71.4</a:t>
                      </a:r>
                      <a:endParaRPr lang="en-IN" sz="2000" b="1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0009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3D56952-AFED-C746-F59F-28544AA47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27741"/>
              </p:ext>
            </p:extLst>
          </p:nvPr>
        </p:nvGraphicFramePr>
        <p:xfrm>
          <a:off x="6323012" y="1634289"/>
          <a:ext cx="5375502" cy="1584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442975">
                  <a:extLst>
                    <a:ext uri="{9D8B030D-6E8A-4147-A177-3AD203B41FA5}">
                      <a16:colId xmlns:a16="http://schemas.microsoft.com/office/drawing/2014/main" val="4281850843"/>
                    </a:ext>
                  </a:extLst>
                </a:gridCol>
                <a:gridCol w="1932527">
                  <a:extLst>
                    <a:ext uri="{9D8B030D-6E8A-4147-A177-3AD203B41FA5}">
                      <a16:colId xmlns:a16="http://schemas.microsoft.com/office/drawing/2014/main" val="1030340947"/>
                    </a:ext>
                  </a:extLst>
                </a:gridCol>
              </a:tblGrid>
              <a:tr h="389201">
                <a:tc>
                  <a:txBody>
                    <a:bodyPr/>
                    <a:lstStyle/>
                    <a:p>
                      <a:r>
                        <a:rPr lang="pt-PT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Consultas 1º Semestre</a:t>
                      </a:r>
                      <a:endParaRPr lang="en-IN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Total</a:t>
                      </a:r>
                      <a:endParaRPr lang="en-IN" sz="200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27932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2025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latin typeface="Garamond" panose="02020404030301010803" pitchFamily="18" charset="0"/>
                        </a:rPr>
                        <a:t>847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218227"/>
                  </a:ext>
                </a:extLst>
              </a:tr>
              <a:tr h="210675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2026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latin typeface="Garamond" panose="02020404030301010803" pitchFamily="18" charset="0"/>
                        </a:rPr>
                        <a:t>1203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7996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pt-PT" sz="2000" dirty="0">
                          <a:latin typeface="Garamond" panose="02020404030301010803" pitchFamily="18" charset="0"/>
                        </a:rPr>
                        <a:t>Evoluçao %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</a:rPr>
                        <a:t>413,4</a:t>
                      </a:r>
                      <a:endParaRPr lang="en-IN" sz="2000" dirty="0">
                        <a:solidFill>
                          <a:srgbClr val="FF0000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000983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7B740098-1ECD-BED2-3D2C-46D845BF50C9}"/>
              </a:ext>
            </a:extLst>
          </p:cNvPr>
          <p:cNvSpPr txBox="1">
            <a:spLocks/>
          </p:cNvSpPr>
          <p:nvPr/>
        </p:nvSpPr>
        <p:spPr bwMode="auto">
          <a:xfrm>
            <a:off x="1349849" y="347535"/>
            <a:ext cx="9492301" cy="584775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pt-PT" dirty="0"/>
              <a:t>     Dados Comparativos da Componente Assistencial</a:t>
            </a:r>
          </a:p>
        </p:txBody>
      </p:sp>
    </p:spTree>
    <p:extLst>
      <p:ext uri="{BB962C8B-B14F-4D97-AF65-F5344CB8AC3E}">
        <p14:creationId xmlns:p14="http://schemas.microsoft.com/office/powerpoint/2010/main" val="365494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0CFDE-BE61-695C-5F94-5EF71728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70291" y="6335064"/>
            <a:ext cx="6297612" cy="365125"/>
          </a:xfrm>
        </p:spPr>
        <p:txBody>
          <a:bodyPr/>
          <a:lstStyle/>
          <a:p>
            <a:r>
              <a:rPr lang="pt-BR" dirty="0"/>
              <a:t>Maputo Cidade, pela Convergência Económica, Inclusão, Inovação e Progresso Social. 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F557E80-CCCB-9BBD-F4DE-C19D91B2B00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963046" y="244475"/>
            <a:ext cx="10265908" cy="858611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l"/>
            <a:r>
              <a:rPr lang="pt-PT" dirty="0"/>
              <a:t>     Dados Comparativos da Componente Assistencial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C6E916-5071-8C91-CBF3-EA1772533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3041" y="2401693"/>
            <a:ext cx="6055188" cy="38807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PT" sz="2000" dirty="0">
                <a:latin typeface="Garamond" panose="02020404030301010803" pitchFamily="18" charset="0"/>
              </a:rPr>
              <a:t>A elevada mortalidade nas primeiras 48h de internamento reflete sobretudo, a gravidade clínica à admissão, atrasos na referência, complicações ocorridas durante a gestação ou o parto e a rápida evolução de patologia neonatais graves</a:t>
            </a:r>
            <a:endParaRPr lang="en-IN" sz="2000" dirty="0">
              <a:latin typeface="Garamond" panose="02020404030301010803" pitchFamily="18" charset="0"/>
            </a:endParaRP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4F5E25AC-B134-112F-9DD4-5795EF3453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962072"/>
              </p:ext>
            </p:extLst>
          </p:nvPr>
        </p:nvGraphicFramePr>
        <p:xfrm>
          <a:off x="51425" y="2479901"/>
          <a:ext cx="5038546" cy="25565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11318">
                  <a:extLst>
                    <a:ext uri="{9D8B030D-6E8A-4147-A177-3AD203B41FA5}">
                      <a16:colId xmlns:a16="http://schemas.microsoft.com/office/drawing/2014/main" val="1823986530"/>
                    </a:ext>
                  </a:extLst>
                </a:gridCol>
                <a:gridCol w="1681376">
                  <a:extLst>
                    <a:ext uri="{9D8B030D-6E8A-4147-A177-3AD203B41FA5}">
                      <a16:colId xmlns:a16="http://schemas.microsoft.com/office/drawing/2014/main" val="3697124941"/>
                    </a:ext>
                  </a:extLst>
                </a:gridCol>
                <a:gridCol w="2145852">
                  <a:extLst>
                    <a:ext uri="{9D8B030D-6E8A-4147-A177-3AD203B41FA5}">
                      <a16:colId xmlns:a16="http://schemas.microsoft.com/office/drawing/2014/main" val="535218800"/>
                    </a:ext>
                  </a:extLst>
                </a:gridCol>
              </a:tblGrid>
              <a:tr h="1200016">
                <a:tc>
                  <a:txBody>
                    <a:bodyPr/>
                    <a:lstStyle/>
                    <a:p>
                      <a:r>
                        <a:rPr lang="pt-PT" sz="2000" dirty="0"/>
                        <a:t>1º semestre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&lt; 48 h </a:t>
                      </a:r>
                      <a:r>
                        <a:rPr lang="en-IN" sz="2000" dirty="0" err="1"/>
                        <a:t>internamento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&gt; 48 h de </a:t>
                      </a:r>
                      <a:r>
                        <a:rPr lang="en-IN" sz="2000" dirty="0" err="1"/>
                        <a:t>internamento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970419"/>
                  </a:ext>
                </a:extLst>
              </a:tr>
              <a:tr h="678270">
                <a:tc>
                  <a:txBody>
                    <a:bodyPr/>
                    <a:lstStyle/>
                    <a:p>
                      <a:pPr algn="l"/>
                      <a:r>
                        <a:rPr lang="pt-PT" sz="2000" dirty="0"/>
                        <a:t>2025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62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52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258177"/>
                  </a:ext>
                </a:extLst>
              </a:tr>
              <a:tr h="678270">
                <a:tc>
                  <a:txBody>
                    <a:bodyPr/>
                    <a:lstStyle/>
                    <a:p>
                      <a:pPr algn="l"/>
                      <a:r>
                        <a:rPr lang="pt-PT" sz="2000" dirty="0"/>
                        <a:t>2026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121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97</a:t>
                      </a:r>
                      <a:endParaRPr lang="en-IN" sz="20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0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6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0AE7FD-E664-7566-0481-59FD5BAFC93D}"/>
              </a:ext>
            </a:extLst>
          </p:cNvPr>
          <p:cNvSpPr/>
          <p:nvPr/>
        </p:nvSpPr>
        <p:spPr>
          <a:xfrm>
            <a:off x="1190171" y="2547582"/>
            <a:ext cx="9274630" cy="1255162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4000" b="1" dirty="0">
                <a:solidFill>
                  <a:schemeClr val="bg1"/>
                </a:solidFill>
                <a:latin typeface="Bodoni MT" panose="02070603080606020203" pitchFamily="18" charset="0"/>
              </a:rPr>
              <a:t>ADAPTAÇÃO</a:t>
            </a:r>
            <a:endParaRPr lang="en-ZA" sz="4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7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742B-1C5C-D0F8-03EE-AE684114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686" y="400985"/>
            <a:ext cx="9027885" cy="464457"/>
          </a:xfrm>
        </p:spPr>
        <p:txBody>
          <a:bodyPr>
            <a:noAutofit/>
          </a:bodyPr>
          <a:lstStyle/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sz="3200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230" y="1436915"/>
            <a:ext cx="4673598" cy="4297211"/>
          </a:xfrm>
        </p:spPr>
        <p:txBody>
          <a:bodyPr>
            <a:normAutofit fontScale="92500" lnSpcReduction="20000"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Abertura de uma nova sala de amamentação com maior capacidade para responder a demanda;</a:t>
            </a:r>
            <a:endParaRPr lang="pt-BR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Reestruturação da escala de serviço de enfermagem (actualmente, 3 equipes com 4 enfermeiras e  1 equipe com 3). </a:t>
            </a: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114759" y="3193142"/>
            <a:ext cx="6479031" cy="3377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PT" sz="2400" dirty="0">
                <a:latin typeface="Garamond" panose="02020404030301010803" pitchFamily="18" charset="0"/>
              </a:rPr>
              <a:t>Suspendeu-se o internamento das mães;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PT" sz="2400" dirty="0">
                <a:latin typeface="Garamond" panose="02020404030301010803" pitchFamily="18" charset="0"/>
              </a:rPr>
              <a:t>Abertura de mais 2 quartos para cuidados intensivos;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PT" sz="2400" dirty="0">
                <a:latin typeface="Garamond" panose="02020404030301010803" pitchFamily="18" charset="0"/>
              </a:rPr>
              <a:t>Utilização do quarto que anteriormente era usado para as mães, para aumentar o alojamento conjunto;</a:t>
            </a:r>
          </a:p>
          <a:p>
            <a:pPr>
              <a:lnSpc>
                <a:spcPct val="200000"/>
              </a:lnSpc>
            </a:pPr>
            <a:endParaRPr lang="pt-BR" sz="24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4A092F-E75B-9240-EEFA-5F62294DBC4E}"/>
              </a:ext>
            </a:extLst>
          </p:cNvPr>
          <p:cNvSpPr/>
          <p:nvPr/>
        </p:nvSpPr>
        <p:spPr>
          <a:xfrm>
            <a:off x="566057" y="287556"/>
            <a:ext cx="9867957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</a:t>
            </a:r>
            <a:r>
              <a:rPr lang="pt-PT" sz="4000" b="1" dirty="0">
                <a:latin typeface="Garamond" panose="02020404030301010803" pitchFamily="18" charset="0"/>
                <a:cs typeface="Times New Roman" panose="02020603050405020304" pitchFamily="18" charset="0"/>
              </a:rPr>
              <a:t>ADAPTAÇÃO 1. </a:t>
            </a:r>
            <a:endParaRPr lang="pt-PT" sz="4400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0361CEC3-BA18-3C2E-3857-536EF2B8D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24571"/>
              </p:ext>
            </p:extLst>
          </p:nvPr>
        </p:nvGraphicFramePr>
        <p:xfrm>
          <a:off x="434629" y="1624914"/>
          <a:ext cx="5284000" cy="13716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42000">
                  <a:extLst>
                    <a:ext uri="{9D8B030D-6E8A-4147-A177-3AD203B41FA5}">
                      <a16:colId xmlns:a16="http://schemas.microsoft.com/office/drawing/2014/main" val="3435117882"/>
                    </a:ext>
                  </a:extLst>
                </a:gridCol>
                <a:gridCol w="2642000">
                  <a:extLst>
                    <a:ext uri="{9D8B030D-6E8A-4147-A177-3AD203B41FA5}">
                      <a16:colId xmlns:a16="http://schemas.microsoft.com/office/drawing/2014/main" val="239077862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PT" sz="2400" dirty="0"/>
                        <a:t>Leitos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82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2400" dirty="0"/>
                        <a:t>               2025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2400" dirty="0"/>
                        <a:t>               2026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17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2400" dirty="0"/>
                        <a:t>61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400" dirty="0"/>
                        <a:t>76</a:t>
                      </a:r>
                      <a:endParaRPr lang="en-IN" sz="2400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438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165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5829" y="1333646"/>
            <a:ext cx="3788230" cy="4794804"/>
          </a:xfrm>
        </p:spPr>
        <p:txBody>
          <a:bodyPr>
            <a:normAutofit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584796" y="2493520"/>
            <a:ext cx="10788422" cy="3634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Reestruturação da escala de serviço dos Médicos ( tardes e urgências aos finais de semana das 8h ás 20h)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Redistribuição dos profissionais conforme as áreas de maior necessidade;</a:t>
            </a:r>
            <a:endParaRPr lang="en-IN" sz="24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Fortalecimento da supervisão clínica e da coordenação de enfermagem;</a:t>
            </a:r>
          </a:p>
          <a:p>
            <a:endParaRPr lang="pt-BR" sz="20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9598F-0294-0C89-276D-382C78977D9E}"/>
              </a:ext>
            </a:extLst>
          </p:cNvPr>
          <p:cNvSpPr/>
          <p:nvPr/>
        </p:nvSpPr>
        <p:spPr>
          <a:xfrm>
            <a:off x="1524000" y="287556"/>
            <a:ext cx="8910014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</a:t>
            </a:r>
            <a:r>
              <a:rPr lang="pt-PT" sz="4000" b="1" dirty="0">
                <a:latin typeface="Garamond" panose="02020404030301010803" pitchFamily="18" charset="0"/>
                <a:cs typeface="Times New Roman" panose="02020603050405020304" pitchFamily="18" charset="0"/>
              </a:rPr>
              <a:t>ADAPTAÇÃO 2.  </a:t>
            </a:r>
            <a:endParaRPr lang="pt-PT" sz="4400" b="1" dirty="0"/>
          </a:p>
        </p:txBody>
      </p:sp>
    </p:spTree>
    <p:extLst>
      <p:ext uri="{BB962C8B-B14F-4D97-AF65-F5344CB8AC3E}">
        <p14:creationId xmlns:p14="http://schemas.microsoft.com/office/powerpoint/2010/main" val="93156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7E8B0-BA92-B45F-FACB-9E7B2A067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306" y="2180773"/>
            <a:ext cx="10077751" cy="388077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26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Reconhecendo que o elevado número de ocupação aumenta o risco de infeções hospitalares, o serviço reforçou as medidas de biossegurança:</a:t>
            </a: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BR" sz="26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Intensificação da higiene das mãos;</a:t>
            </a: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BR" sz="26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Abertura de um quarto somente para neonatos com risco de sépsis;</a:t>
            </a: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BR" sz="26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Reforço dos procedimentos de limpeza e desinfeção;</a:t>
            </a: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pt-BR" sz="26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Redução do tempo de limpeza de incubadoras e berços de 7/7 dias para 5/5 dias;</a:t>
            </a: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"/>
              <a:tabLst>
                <a:tab pos="457200" algn="l"/>
              </a:tabLst>
            </a:pPr>
            <a:endParaRPr lang="en-IN" sz="26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62C3BC4-C3C0-017E-C295-F9C28A6DDD25}"/>
              </a:ext>
            </a:extLst>
          </p:cNvPr>
          <p:cNvSpPr/>
          <p:nvPr/>
        </p:nvSpPr>
        <p:spPr>
          <a:xfrm>
            <a:off x="1436914" y="292160"/>
            <a:ext cx="8787522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b="1" dirty="0">
                <a:latin typeface="Garamond" panose="02020404030301010803" pitchFamily="18" charset="0"/>
                <a:ea typeface="Times New Roman" panose="02020603050405020304" pitchFamily="18" charset="0"/>
              </a:rPr>
              <a:t>  ADAPTAÇÃO</a:t>
            </a:r>
            <a:r>
              <a:rPr lang="pt-BR" sz="40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 3.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75270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0AE7FD-E664-7566-0481-59FD5BAFC93D}"/>
              </a:ext>
            </a:extLst>
          </p:cNvPr>
          <p:cNvSpPr/>
          <p:nvPr/>
        </p:nvSpPr>
        <p:spPr>
          <a:xfrm>
            <a:off x="1190171" y="2547582"/>
            <a:ext cx="9274630" cy="1255162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3200" b="1" dirty="0">
                <a:solidFill>
                  <a:schemeClr val="bg1"/>
                </a:solidFill>
                <a:latin typeface="Garamond" panose="02020404030301010803" pitchFamily="18" charset="0"/>
              </a:rPr>
              <a:t>IMPACTO DO ENCERRAMENTO DO BERÇÁRIO DA MATOLA</a:t>
            </a:r>
            <a:endParaRPr lang="en-ZA" sz="32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03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5829" y="1333646"/>
            <a:ext cx="3788230" cy="4794804"/>
          </a:xfrm>
        </p:spPr>
        <p:txBody>
          <a:bodyPr>
            <a:normAutofit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300492" y="1488613"/>
            <a:ext cx="10788422" cy="47597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Aumento de admissão dos RN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Superlotaçao do sector de neonatologia( &gt;100 doentes)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Comprometimento da qualidade assistencial neonatal ,( aumentando o risco de complicações e mortalidade neonatal)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Favorece a ocorrência de infecções hospitalares( devido a proximidade entre os RN e a maior dificuldade em manter as medidas de controlo de infecção)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Dificulta a monitorização contínua dos RN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Sobrecarga da equipe de saúde, </a:t>
            </a: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083EA8-1EBD-0708-B23A-E8B888C994D7}"/>
              </a:ext>
            </a:extLst>
          </p:cNvPr>
          <p:cNvSpPr/>
          <p:nvPr/>
        </p:nvSpPr>
        <p:spPr>
          <a:xfrm>
            <a:off x="420914" y="263132"/>
            <a:ext cx="10956529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</a:t>
            </a:r>
            <a:r>
              <a:rPr lang="pt-PT" sz="4000" b="1" dirty="0">
                <a:latin typeface="Garamond" panose="02020404030301010803" pitchFamily="18" charset="0"/>
                <a:cs typeface="Times New Roman" panose="02020603050405020304" pitchFamily="18" charset="0"/>
              </a:rPr>
              <a:t>Impacto do encerramento do berçário do HPM  </a:t>
            </a:r>
            <a:endParaRPr lang="pt-PT" sz="4400" b="1" dirty="0"/>
          </a:p>
        </p:txBody>
      </p:sp>
    </p:spTree>
    <p:extLst>
      <p:ext uri="{BB962C8B-B14F-4D97-AF65-F5344CB8AC3E}">
        <p14:creationId xmlns:p14="http://schemas.microsoft.com/office/powerpoint/2010/main" val="4255627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5829" y="1333646"/>
            <a:ext cx="3788230" cy="4794804"/>
          </a:xfrm>
        </p:spPr>
        <p:txBody>
          <a:bodyPr>
            <a:normAutofit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300492" y="1488613"/>
            <a:ext cx="10788422" cy="47597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Atraso no atendimento dificultando o reconhecimento precoce e o tratamento de complicações clínicas;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Maior risco de erros assistenciais, decorrentes da elevada carga de trabalho e stress da equip</a:t>
            </a: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Comprometimento da qualidade dos cuidados, com impacto negativo na recuperação dos RN e possivel aumento do tempo de internamento e da mortalidade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pt-BR" sz="2400" dirty="0"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Planeamento antecipado das altas hospitalares;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pt-BR" sz="2400" dirty="0">
                <a:solidFill>
                  <a:schemeClr val="tx1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Aumento de casos de reinternamentos: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pt-BR" sz="2400" dirty="0">
                <a:solidFill>
                  <a:schemeClr val="tx1"/>
                </a:solidFill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Incremento no número total de consultas de nonatologia</a:t>
            </a:r>
            <a:endParaRPr lang="en-IN" sz="2400" dirty="0">
              <a:solidFill>
                <a:schemeClr val="tx1"/>
              </a:solidFill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pt-BR" sz="24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083EA8-1EBD-0708-B23A-E8B888C994D7}"/>
              </a:ext>
            </a:extLst>
          </p:cNvPr>
          <p:cNvSpPr/>
          <p:nvPr/>
        </p:nvSpPr>
        <p:spPr>
          <a:xfrm>
            <a:off x="589021" y="263132"/>
            <a:ext cx="10788422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</a:t>
            </a:r>
            <a:r>
              <a:rPr lang="pt-PT" sz="4000" b="1" dirty="0">
                <a:latin typeface="Garamond" panose="02020404030301010803" pitchFamily="18" charset="0"/>
                <a:cs typeface="Times New Roman" panose="02020603050405020304" pitchFamily="18" charset="0"/>
              </a:rPr>
              <a:t>Impacto do encerramento do berçário do HPM  </a:t>
            </a:r>
            <a:endParaRPr lang="pt-PT" sz="4400" b="1" dirty="0"/>
          </a:p>
        </p:txBody>
      </p:sp>
    </p:spTree>
    <p:extLst>
      <p:ext uri="{BB962C8B-B14F-4D97-AF65-F5344CB8AC3E}">
        <p14:creationId xmlns:p14="http://schemas.microsoft.com/office/powerpoint/2010/main" val="1156252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9180-B9CE-31F8-67FA-097D4DF9D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743" y="1739676"/>
            <a:ext cx="5210628" cy="434523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pt-BR" sz="22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Limita</a:t>
            </a:r>
            <a:r>
              <a:rPr lang="pt-BR" sz="2200" b="1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ção de equipamentos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2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Incubadoras, berços; Bombas de infusão, Seringas eléctricas; Sondas de aspiração;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Sondas de alimentação;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Oximetros, bilirrubinómetros,Termómetros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Aparelho de 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0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 cardíaco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Aparelho de fototerapia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pt-BR" sz="2000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3FBED-A116-1F17-ABFC-47E9631C7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4710" y="1790475"/>
            <a:ext cx="5578031" cy="424363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pt-PT" sz="2200" dirty="0">
                <a:latin typeface="Garamond" panose="02020404030301010803" pitchFamily="18" charset="0"/>
              </a:rPr>
              <a:t>2. </a:t>
            </a:r>
            <a:r>
              <a:rPr lang="pt-PT" sz="2200" b="1" dirty="0">
                <a:latin typeface="Garamond" panose="02020404030301010803" pitchFamily="18" charset="0"/>
              </a:rPr>
              <a:t>Roptura frequente de fármacos</a:t>
            </a:r>
            <a:r>
              <a:rPr lang="pt-PT" sz="2200" dirty="0">
                <a:latin typeface="Garamond" panose="02020404030301010803" pitchFamily="18" charset="0"/>
              </a:rPr>
              <a:t>( aminofilina, paracetamol, dextrose hipertónica, adrenalina, ampicilina, vancomicina, cefotaxima)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PT" sz="2200" dirty="0">
                <a:latin typeface="Garamond" panose="02020404030301010803" pitchFamily="18" charset="0"/>
              </a:rPr>
              <a:t>3. </a:t>
            </a:r>
            <a:r>
              <a:rPr lang="pt-PT" sz="2200" b="1" dirty="0">
                <a:latin typeface="Garamond" panose="02020404030301010803" pitchFamily="18" charset="0"/>
              </a:rPr>
              <a:t>Limitação de RH </a:t>
            </a:r>
            <a:r>
              <a:rPr lang="pt-PT" sz="2200" dirty="0">
                <a:latin typeface="Garamond" panose="02020404030301010803" pitchFamily="18" charset="0"/>
              </a:rPr>
              <a:t>( enfermeiros, médicos, agentes de serviço, copeiras, Segurança)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PT" sz="2200" dirty="0">
                <a:latin typeface="Garamond" panose="02020404030301010803" pitchFamily="18" charset="0"/>
              </a:rPr>
              <a:t>Redução do cuidado centrado na familia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pt-PT" sz="2200" dirty="0">
                <a:latin typeface="Garamond" panose="02020404030301010803" pitchFamily="18" charset="0"/>
              </a:rPr>
              <a:t>Desafio na gestão dos leitos</a:t>
            </a:r>
          </a:p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endParaRPr lang="pt-PT" sz="2200" dirty="0">
              <a:latin typeface="Garamond" panose="02020404030301010803" pitchFamily="18" charset="0"/>
            </a:endParaRPr>
          </a:p>
          <a:p>
            <a:endParaRPr lang="pt-PT" sz="2200" dirty="0">
              <a:latin typeface="Garamond" panose="02020404030301010803" pitchFamily="18" charset="0"/>
            </a:endParaRPr>
          </a:p>
          <a:p>
            <a:endParaRPr lang="pt-PT" sz="2200" dirty="0">
              <a:latin typeface="Garamond" panose="02020404030301010803" pitchFamily="18" charset="0"/>
            </a:endParaRPr>
          </a:p>
          <a:p>
            <a:endParaRPr lang="pt-PT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A9618E-F0BB-AC04-8FC0-5F4DB708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250580"/>
            <a:ext cx="11437256" cy="725714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                  DIFICULDADES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3001142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9180-B9CE-31F8-67FA-097D4DF9D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742" y="2320247"/>
            <a:ext cx="9144000" cy="336935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dirty="0">
                <a:solidFill>
                  <a:schemeClr val="tx1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pt-BR" sz="2400" dirty="0">
                <a:solidFill>
                  <a:schemeClr val="tx1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Roptura de consumíveis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Folhas de diário clínico;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Folhas para guia de altas;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chemeClr val="tx1"/>
                </a:solidFill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Folhas de discussão de óbitos;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pt-BR" sz="2400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A9618E-F0BB-AC04-8FC0-5F4DB708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72" y="250580"/>
            <a:ext cx="11437256" cy="725714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                  DIFICULDADES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4167626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5829" y="1333646"/>
            <a:ext cx="3788230" cy="4794804"/>
          </a:xfrm>
        </p:spPr>
        <p:txBody>
          <a:bodyPr>
            <a:normAutofit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329521" y="1567542"/>
            <a:ext cx="10788422" cy="4560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20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Reforço das equipes de saúde conforme a demanda</a:t>
            </a:r>
          </a:p>
          <a:p>
            <a:pPr lvl="2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Enfermagem para uma escala de 5- 6 enfermeiros  por equipe;</a:t>
            </a:r>
          </a:p>
          <a:p>
            <a:pPr lvl="2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pt-BR" sz="2400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Pediatras, no minimo mais 3 ( 1 em cada box dos cuidados intenssivos);</a:t>
            </a:r>
            <a:endParaRPr lang="pt-BR" sz="2400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Médicas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clinicas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gerais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--- 4 (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escalas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maternidade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berçário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pPr lvl="2" algn="just">
              <a:lnSpc>
                <a:spcPct val="15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Copeiras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- 4 (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preparo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administração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leite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aos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RN,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higiene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en-IN" sz="24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conforto</a:t>
            </a:r>
            <a:r>
              <a:rPr lang="en-IN" sz="24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DFAE1C-2BBB-447D-CA46-26483299E43E}"/>
              </a:ext>
            </a:extLst>
          </p:cNvPr>
          <p:cNvSpPr txBox="1">
            <a:spLocks/>
          </p:cNvSpPr>
          <p:nvPr/>
        </p:nvSpPr>
        <p:spPr>
          <a:xfrm>
            <a:off x="740230" y="400985"/>
            <a:ext cx="9492342" cy="464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PT" sz="3200" b="1" dirty="0">
                <a:latin typeface="Garamond" panose="02020404030301010803" pitchFamily="18" charset="0"/>
                <a:cs typeface="Times New Roman" panose="02020603050405020304" pitchFamily="18" charset="0"/>
              </a:rPr>
              <a:t>Impacto do encerramento do berçário do HPM</a:t>
            </a:r>
            <a:endParaRPr lang="en-IN" sz="32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9CC099-8384-E66D-B1ED-86A693E47A95}"/>
              </a:ext>
            </a:extLst>
          </p:cNvPr>
          <p:cNvSpPr/>
          <p:nvPr/>
        </p:nvSpPr>
        <p:spPr>
          <a:xfrm>
            <a:off x="1320801" y="263132"/>
            <a:ext cx="9492342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                     DESAFIOS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443318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358550" y="2190563"/>
            <a:ext cx="10788422" cy="325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20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Aquisição de equipamentos</a:t>
            </a:r>
            <a:r>
              <a:rPr lang="pt-BR" sz="22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 incubadoras, UCR, berços, monitores cardiacos, bombas de infusão, aparelhos de fototerapia, Sondas, Oximetros, bilirrubinometros, termometros, etc</a:t>
            </a: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lnSpc>
                <a:spcPct val="20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Aquisição de equipamentos de informática ( estatística do sector)</a:t>
            </a:r>
          </a:p>
          <a:p>
            <a:pPr>
              <a:lnSpc>
                <a:spcPct val="150000"/>
              </a:lnSpc>
            </a:pPr>
            <a:endParaRPr lang="pt-BR" sz="2400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DFAE1C-2BBB-447D-CA46-26483299E43E}"/>
              </a:ext>
            </a:extLst>
          </p:cNvPr>
          <p:cNvSpPr txBox="1">
            <a:spLocks/>
          </p:cNvSpPr>
          <p:nvPr/>
        </p:nvSpPr>
        <p:spPr>
          <a:xfrm>
            <a:off x="740230" y="400985"/>
            <a:ext cx="9492342" cy="464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PT" sz="3200" b="1" dirty="0">
                <a:latin typeface="Garamond" panose="02020404030301010803" pitchFamily="18" charset="0"/>
                <a:cs typeface="Times New Roman" panose="02020603050405020304" pitchFamily="18" charset="0"/>
              </a:rPr>
              <a:t>Impacto do encerramento do berçário do HPM</a:t>
            </a:r>
            <a:endParaRPr lang="en-IN" sz="32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9CC099-8384-E66D-B1ED-86A693E47A95}"/>
              </a:ext>
            </a:extLst>
          </p:cNvPr>
          <p:cNvSpPr/>
          <p:nvPr/>
        </p:nvSpPr>
        <p:spPr>
          <a:xfrm>
            <a:off x="1320801" y="263132"/>
            <a:ext cx="9492342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                     Desafios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3525161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E0FC-9E73-2B69-F598-733B558B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45829" y="1333646"/>
            <a:ext cx="3788230" cy="4794804"/>
          </a:xfrm>
        </p:spPr>
        <p:txBody>
          <a:bodyPr>
            <a:normAutofit/>
          </a:bodyPr>
          <a:lstStyle/>
          <a:p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B5F2FCA-D84F-1272-33E3-FD23A061893B}"/>
              </a:ext>
            </a:extLst>
          </p:cNvPr>
          <p:cNvSpPr txBox="1">
            <a:spLocks/>
          </p:cNvSpPr>
          <p:nvPr/>
        </p:nvSpPr>
        <p:spPr>
          <a:xfrm>
            <a:off x="300492" y="1488613"/>
            <a:ext cx="10788422" cy="4759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2000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Planeamento eficiente da gestão de leitos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Capacitação continua dos profissionais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Implementação de protocolos de triagem e priorização dos casos mais graves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Fortalecimento das medidas de prevenção e controlo de infeções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da referência e contrareferência entre US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Promoção de cuidados centrado na familia sempre que possivel</a:t>
            </a:r>
          </a:p>
          <a:p>
            <a:pPr marL="0" indent="0">
              <a:lnSpc>
                <a:spcPct val="150000"/>
              </a:lnSpc>
              <a:buNone/>
            </a:pPr>
            <a:endParaRPr lang="pt-BR" sz="2400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0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PT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IN" sz="2400" dirty="0"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DFAE1C-2BBB-447D-CA46-26483299E43E}"/>
              </a:ext>
            </a:extLst>
          </p:cNvPr>
          <p:cNvSpPr txBox="1">
            <a:spLocks/>
          </p:cNvSpPr>
          <p:nvPr/>
        </p:nvSpPr>
        <p:spPr>
          <a:xfrm>
            <a:off x="740230" y="400985"/>
            <a:ext cx="9492342" cy="464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27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pt-PT" sz="3200" b="1" dirty="0">
                <a:latin typeface="Garamond" panose="02020404030301010803" pitchFamily="18" charset="0"/>
                <a:cs typeface="Times New Roman" panose="02020603050405020304" pitchFamily="18" charset="0"/>
              </a:rPr>
              <a:t>Impacto do encerramento do berçário do HPM</a:t>
            </a:r>
            <a:endParaRPr lang="en-IN" sz="32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9CC099-8384-E66D-B1ED-86A693E47A95}"/>
              </a:ext>
            </a:extLst>
          </p:cNvPr>
          <p:cNvSpPr/>
          <p:nvPr/>
        </p:nvSpPr>
        <p:spPr>
          <a:xfrm>
            <a:off x="1320801" y="263132"/>
            <a:ext cx="9492342" cy="729636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                        Desafios</a:t>
            </a:r>
            <a:endParaRPr lang="pt-PT" sz="4400" dirty="0"/>
          </a:p>
        </p:txBody>
      </p:sp>
    </p:spTree>
    <p:extLst>
      <p:ext uri="{BB962C8B-B14F-4D97-AF65-F5344CB8AC3E}">
        <p14:creationId xmlns:p14="http://schemas.microsoft.com/office/powerpoint/2010/main" val="2411508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323CA1D-635C-47D4-F38C-98F581FD61A2}"/>
              </a:ext>
            </a:extLst>
          </p:cNvPr>
          <p:cNvSpPr/>
          <p:nvPr/>
        </p:nvSpPr>
        <p:spPr>
          <a:xfrm>
            <a:off x="486228" y="2431142"/>
            <a:ext cx="10406743" cy="2300515"/>
          </a:xfrm>
          <a:prstGeom prst="rect">
            <a:avLst/>
          </a:prstGeom>
          <a:solidFill>
            <a:srgbClr val="03803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l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0F6FC6"/>
              </a:buClr>
              <a:buSzPct val="80000"/>
              <a:buFont typeface="Wingdings 3" charset="2"/>
              <a:buNone/>
              <a:tabLst/>
              <a:defRPr/>
            </a:pPr>
            <a:r>
              <a:rPr lang="pt-BR" sz="3200" dirty="0">
                <a:solidFill>
                  <a:schemeClr val="bg1"/>
                </a:solidFill>
                <a:latin typeface="Garamond" panose="02020404030301010803" pitchFamily="18" charset="0"/>
              </a:rPr>
              <a:t>“  É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" panose="02020404030301010803" pitchFamily="18" charset="0"/>
              </a:rPr>
              <a:t> na força dos desafios que construímos a resiliência, e é na alta demanda que descobrimos o quanto somos capazes“!</a:t>
            </a:r>
          </a:p>
        </p:txBody>
      </p:sp>
    </p:spTree>
    <p:extLst>
      <p:ext uri="{BB962C8B-B14F-4D97-AF65-F5344CB8AC3E}">
        <p14:creationId xmlns:p14="http://schemas.microsoft.com/office/powerpoint/2010/main" val="468764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women_group_clapping_500_wht_12480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1" y="2515085"/>
            <a:ext cx="3949700" cy="353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74678" y="747640"/>
            <a:ext cx="8382000" cy="186204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Muito</a:t>
            </a:r>
            <a:r>
              <a:rPr lang="en-US" altLang="en-US" sz="11500" b="1" dirty="0">
                <a:solidFill>
                  <a:srgbClr val="000000"/>
                </a:solidFill>
                <a:latin typeface="Juice ITC" panose="04040403040A02020202" pitchFamily="82" charset="0"/>
              </a:rPr>
              <a:t> </a:t>
            </a:r>
            <a:r>
              <a:rPr lang="en-US" altLang="en-US" sz="11500" b="1" dirty="0" err="1">
                <a:solidFill>
                  <a:srgbClr val="000000"/>
                </a:solidFill>
                <a:latin typeface="Juice ITC" panose="04040403040A02020202" pitchFamily="82" charset="0"/>
              </a:rPr>
              <a:t>Obrigada</a:t>
            </a:r>
            <a:endParaRPr lang="en-US" altLang="en-US" sz="11500" b="1" dirty="0">
              <a:solidFill>
                <a:srgbClr val="000000"/>
              </a:solidFill>
              <a:latin typeface="Juice ITC" panose="04040403040A02020202" pitchFamily="82" charset="0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69851" y="6049186"/>
            <a:ext cx="107441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00B050"/>
                </a:solidFill>
                <a:latin typeface="Arial Narrow" panose="020B0606020202030204" pitchFamily="34" charset="0"/>
              </a:rPr>
              <a:t>Maputo Cidade, pela Convergência Económica, Inclusão, Inovação e Progresso Social</a:t>
            </a:r>
          </a:p>
        </p:txBody>
      </p:sp>
      <p:sp>
        <p:nvSpPr>
          <p:cNvPr id="6" name="Estrela de 10 Pontos 7"/>
          <p:cNvSpPr/>
          <p:nvPr/>
        </p:nvSpPr>
        <p:spPr>
          <a:xfrm>
            <a:off x="11468100" y="6318741"/>
            <a:ext cx="668480" cy="474607"/>
          </a:xfrm>
          <a:prstGeom prst="star10">
            <a:avLst>
              <a:gd name="adj" fmla="val 50000"/>
              <a:gd name="hf" fmla="val 10514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r>
              <a:rPr lang="pt-PT" b="1" noProof="1">
                <a:solidFill>
                  <a:prstClr val="black"/>
                </a:solidFill>
                <a:latin typeface="Arial Narrow" panose="020B0606020202030204" pitchFamily="34" charset="0"/>
              </a:rPr>
              <a:t>11</a:t>
            </a:r>
            <a:r>
              <a:rPr lang="pt-PT" sz="1050" b="1" noProof="1">
                <a:solidFill>
                  <a:prstClr val="black"/>
                </a:solidFill>
                <a:latin typeface="Arial Narrow" panose="020B0606020202030204" pitchFamily="34" charset="0"/>
              </a:rPr>
              <a:t>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ustom Design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8E8E2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10726</TotalTime>
  <Words>1440</Words>
  <Application>Microsoft Office PowerPoint</Application>
  <PresentationFormat>Widescreen</PresentationFormat>
  <Paragraphs>302</Paragraphs>
  <Slides>26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26</vt:i4>
      </vt:variant>
    </vt:vector>
  </HeadingPairs>
  <TitlesOfParts>
    <vt:vector size="41" baseType="lpstr">
      <vt:lpstr>Arial</vt:lpstr>
      <vt:lpstr>Arial Narrow</vt:lpstr>
      <vt:lpstr>Bodoni MT</vt:lpstr>
      <vt:lpstr>Calibri</vt:lpstr>
      <vt:lpstr>Calibri Light</vt:lpstr>
      <vt:lpstr>Courier New</vt:lpstr>
      <vt:lpstr>Garamond</vt:lpstr>
      <vt:lpstr>Juice ITC</vt:lpstr>
      <vt:lpstr>Times New Roman</vt:lpstr>
      <vt:lpstr>Trebuchet MS</vt:lpstr>
      <vt:lpstr>Wingdings</vt:lpstr>
      <vt:lpstr>Wingdings 3</vt:lpstr>
      <vt:lpstr>Facet</vt:lpstr>
      <vt:lpstr>1_Facet</vt:lpstr>
      <vt:lpstr>2_Custom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LOCALIZAÇÃO E ÁREA DE CAPTAÇÃO DA MATOLA</vt:lpstr>
      <vt:lpstr>Apresentação do PowerPoint</vt:lpstr>
      <vt:lpstr>Evolução dos Recursos Humanos</vt:lpstr>
      <vt:lpstr>Apresentação do PowerPoint</vt:lpstr>
      <vt:lpstr>Apresentação do PowerPoint</vt:lpstr>
      <vt:lpstr>     Dados Comparativos da Componente Assistencial</vt:lpstr>
      <vt:lpstr>Apresentação do PowerPoint</vt:lpstr>
      <vt:lpstr>      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                  DIFICULDADES</vt:lpstr>
      <vt:lpstr>                     DIFICULDADES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Carlitos José Cumbane</cp:lastModifiedBy>
  <cp:revision>119</cp:revision>
  <dcterms:created xsi:type="dcterms:W3CDTF">2022-05-17T17:12:02Z</dcterms:created>
  <dcterms:modified xsi:type="dcterms:W3CDTF">2026-07-23T13:39:27Z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872a84251be94194874ca936a2938036</vt:lpwstr>
  </property>
</Properties>
</file>